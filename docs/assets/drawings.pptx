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F1B7"/>
    <a:srgbClr val="89D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30E4-EEC5-1F04-D8F6-CBA39F417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6BB58-4459-6FFD-99E7-47719C7D9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5833D-C370-3E1F-4ECF-F29813D3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83184-7261-D118-D857-5A5475CF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E3AB6-53C1-C933-761F-73A00420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49594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61E0-AECF-6ED1-E274-71B1371AB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B8A0F-B057-2F8A-7714-CD082A31F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7E21-CF3A-AB24-21B2-79009897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159E9-DC78-5D7F-2A37-458C5289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DC9EC-14DC-8B15-8ECF-A0CA5A57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85013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9008-3C01-DCC3-4592-53A9FAF7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3017D-6B4F-459C-FE55-3097F9699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3C519-94F3-6F03-B140-B35FFBEC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3E83E-D14A-5FE9-44A4-7A5695A2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80553-28F3-38E9-E59D-69314FD0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2616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1DD9-7286-A0D5-5D27-D16AA2D4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2FE0-E727-B01A-D034-4D4FC1BD7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B9A72-E1AD-A6A8-94CD-52C650E15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EEAD7-CE02-EAC8-A091-EAC1E2E7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2F7B6-D141-C60B-4A37-3748C700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CCC81-7821-6AFB-8B67-CB28C569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49226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9142-6A7D-C3A8-DF8B-5D2E4060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3BF9B-440D-D0FF-B399-5876F4785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C214D-5FFF-A12B-FE68-C0921C7CC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49939-5F3F-DA77-C4FF-47E5E27E8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6BF2F-6663-27DA-5684-639A71973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75D1B5-231A-7CA8-1B36-70A478FE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4EDA1-CACA-3872-6E88-BD3567C3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D10B9-0C83-1C05-8015-C0C29407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8365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F9CC-811E-7212-8728-C41F8622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B61C8-DA8D-7A76-B67C-D441C973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D643-A4A7-2E54-7AB3-85AAF220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471D5-638E-D11C-7A4A-2BE99971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35555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D6E07-3EA5-2D88-11F2-A6D4CADC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80CDF-8A96-AE81-30E5-CBCED363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2331E-6B5B-B010-1615-596CDDA5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20856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AC31-CC81-D762-232D-3D47AF9C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DBC04-BC7B-38A9-E9B0-BD1B0D40E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FB693-4154-9DE0-5894-097BB7B5C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45EEC-D628-9D3A-74F3-A9576A16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16BF7-15C6-B2D3-95E3-228A5645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98566-1525-5ADD-502A-E772E6DE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84659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FD0B-64B4-C886-2F7C-0B3F372E4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F36C8-0A14-0AB0-165E-C452B0114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DB29C-C973-9753-3532-097F1839F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E4C20-0BD7-1159-7B80-BB75E0E1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8D60F-BCA7-50B1-0FCC-E4C608F9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8CD19-75CF-CC13-7CB6-9E80341A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57924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7EC4-E4D5-0599-343F-996072F3D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78967-0C54-95B2-E658-73433DA03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87E62-5321-3806-578E-B3067C05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2487B-FDB3-DB96-9B75-410B57A3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61DDA-7D26-34C2-AEDC-CD534622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70560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A5D4B-3EA8-42EC-9532-3756BBF59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C8BD7-BF53-8F4A-09CF-289CF99DE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7D42B-3BF5-BDB3-8E57-31DD495E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D429B-05E3-157C-3254-1BADF765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F7F7D-1557-2E96-6C49-1DB713D3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60871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0F7D81-A762-D4B7-572A-D3EF84A1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9EA1-70A5-4949-C023-48E5CAD9A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08E85-E685-3CC8-A18F-786BF8C9E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193AE-FE47-4820-8C27-F7A3B3C7D463}" type="datetimeFigureOut">
              <a:rPr lang="en-SI" smtClean="0"/>
              <a:t>16/08/2026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9F8D6-531D-2192-07B8-532D9D8BA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544E-3926-4F61-4AD3-4A8ED13D4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DBB39-6C4A-4F01-9990-ED693F9D03AC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73118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75">
            <a:extLst>
              <a:ext uri="{FF2B5EF4-FFF2-40B4-BE49-F238E27FC236}">
                <a16:creationId xmlns:a16="http://schemas.microsoft.com/office/drawing/2014/main" id="{FB925C61-A674-4799-119D-3A4E1B9E6FA5}"/>
              </a:ext>
            </a:extLst>
          </p:cNvPr>
          <p:cNvSpPr/>
          <p:nvPr/>
        </p:nvSpPr>
        <p:spPr>
          <a:xfrm>
            <a:off x="4899658" y="916199"/>
            <a:ext cx="4833889" cy="1932849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B6AB141-4606-9E08-36B0-CA47ECE5CEBC}"/>
              </a:ext>
            </a:extLst>
          </p:cNvPr>
          <p:cNvSpPr/>
          <p:nvPr/>
        </p:nvSpPr>
        <p:spPr>
          <a:xfrm>
            <a:off x="1943509" y="916199"/>
            <a:ext cx="2622235" cy="1932849"/>
          </a:xfrm>
          <a:prstGeom prst="rect">
            <a:avLst/>
          </a:prstGeom>
          <a:solidFill>
            <a:srgbClr val="89D8F7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C7C26D-9597-D616-8261-9D814E26C9A4}"/>
              </a:ext>
            </a:extLst>
          </p:cNvPr>
          <p:cNvSpPr/>
          <p:nvPr/>
        </p:nvSpPr>
        <p:spPr>
          <a:xfrm>
            <a:off x="2125834" y="1202328"/>
            <a:ext cx="845604" cy="3729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Request</a:t>
            </a:r>
            <a:endParaRPr lang="en-SI" sz="1000" dirty="0"/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579C94F4-71F3-5771-3D08-8F178143C20C}"/>
              </a:ext>
            </a:extLst>
          </p:cNvPr>
          <p:cNvSpPr/>
          <p:nvPr/>
        </p:nvSpPr>
        <p:spPr>
          <a:xfrm>
            <a:off x="3350811" y="1106073"/>
            <a:ext cx="593558" cy="583062"/>
          </a:xfrm>
          <a:prstGeom prst="diamond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 sz="1200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6028C28-342B-0B64-7BD6-1B620301DEE3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2971438" y="1388817"/>
            <a:ext cx="379373" cy="8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3E8CF1-0690-BACD-E745-0F3A368E0FE5}"/>
              </a:ext>
            </a:extLst>
          </p:cNvPr>
          <p:cNvSpPr txBox="1"/>
          <p:nvPr/>
        </p:nvSpPr>
        <p:spPr>
          <a:xfrm>
            <a:off x="3313676" y="1570526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yes</a:t>
            </a:r>
            <a:endParaRPr lang="en-SI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984F55-4346-0FCB-DF66-6A7C92C960B2}"/>
              </a:ext>
            </a:extLst>
          </p:cNvPr>
          <p:cNvSpPr txBox="1"/>
          <p:nvPr/>
        </p:nvSpPr>
        <p:spPr>
          <a:xfrm>
            <a:off x="3451864" y="1197549"/>
            <a:ext cx="391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CC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hit?</a:t>
            </a:r>
            <a:endParaRPr lang="en-SI" sz="1000" dirty="0">
              <a:solidFill>
                <a:schemeClr val="bg1"/>
              </a:solidFill>
            </a:endParaRPr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38625766-A9F4-C5E7-BD44-F56F2E7B121E}"/>
              </a:ext>
            </a:extLst>
          </p:cNvPr>
          <p:cNvSpPr/>
          <p:nvPr/>
        </p:nvSpPr>
        <p:spPr>
          <a:xfrm>
            <a:off x="5179814" y="1106073"/>
            <a:ext cx="593558" cy="583062"/>
          </a:xfrm>
          <a:prstGeom prst="diamond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 sz="12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ADC302-D290-03F4-D95D-10BAB1E993EE}"/>
              </a:ext>
            </a:extLst>
          </p:cNvPr>
          <p:cNvSpPr txBox="1"/>
          <p:nvPr/>
        </p:nvSpPr>
        <p:spPr>
          <a:xfrm>
            <a:off x="5280867" y="1197549"/>
            <a:ext cx="391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OC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hit?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3A1F351-3971-C2D3-DD93-3A35903D1B81}"/>
              </a:ext>
            </a:extLst>
          </p:cNvPr>
          <p:cNvCxnSpPr>
            <a:cxnSpLocks/>
            <a:stCxn id="34" idx="3"/>
            <a:endCxn id="58" idx="1"/>
          </p:cNvCxnSpPr>
          <p:nvPr/>
        </p:nvCxnSpPr>
        <p:spPr>
          <a:xfrm>
            <a:off x="3944369" y="1397604"/>
            <a:ext cx="12354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iamond 70">
            <a:extLst>
              <a:ext uri="{FF2B5EF4-FFF2-40B4-BE49-F238E27FC236}">
                <a16:creationId xmlns:a16="http://schemas.microsoft.com/office/drawing/2014/main" id="{4218AEAC-99AC-B2EB-DB9E-A602B1CC9729}"/>
              </a:ext>
            </a:extLst>
          </p:cNvPr>
          <p:cNvSpPr/>
          <p:nvPr/>
        </p:nvSpPr>
        <p:spPr>
          <a:xfrm>
            <a:off x="6378356" y="1090563"/>
            <a:ext cx="593558" cy="583062"/>
          </a:xfrm>
          <a:prstGeom prst="diamond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 sz="1200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AD83AC-1A7E-19BF-B5B7-2E4AE2B4DC75}"/>
              </a:ext>
            </a:extLst>
          </p:cNvPr>
          <p:cNvSpPr txBox="1"/>
          <p:nvPr/>
        </p:nvSpPr>
        <p:spPr>
          <a:xfrm>
            <a:off x="6479409" y="1182039"/>
            <a:ext cx="391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L1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hit?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F16332B-460D-779B-DA08-AFED4F7A81D5}"/>
              </a:ext>
            </a:extLst>
          </p:cNvPr>
          <p:cNvCxnSpPr>
            <a:cxnSpLocks/>
            <a:stCxn id="58" idx="3"/>
            <a:endCxn id="71" idx="1"/>
          </p:cNvCxnSpPr>
          <p:nvPr/>
        </p:nvCxnSpPr>
        <p:spPr>
          <a:xfrm flipV="1">
            <a:off x="5773372" y="1382094"/>
            <a:ext cx="604984" cy="15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48E9B481-26B6-EC73-0745-72FCD81B3967}"/>
              </a:ext>
            </a:extLst>
          </p:cNvPr>
          <p:cNvSpPr/>
          <p:nvPr/>
        </p:nvSpPr>
        <p:spPr>
          <a:xfrm>
            <a:off x="3224788" y="2211743"/>
            <a:ext cx="845604" cy="3729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Populate CC</a:t>
            </a:r>
            <a:endParaRPr lang="en-SI" sz="10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E87EFD6-A071-4DAE-A6DF-81AD9F5EA58E}"/>
              </a:ext>
            </a:extLst>
          </p:cNvPr>
          <p:cNvSpPr/>
          <p:nvPr/>
        </p:nvSpPr>
        <p:spPr>
          <a:xfrm>
            <a:off x="3549077" y="1835709"/>
            <a:ext cx="197025" cy="19702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E09F51B-0C47-B552-9083-915B8289A16D}"/>
              </a:ext>
            </a:extLst>
          </p:cNvPr>
          <p:cNvCxnSpPr>
            <a:stCxn id="34" idx="2"/>
            <a:endCxn id="88" idx="0"/>
          </p:cNvCxnSpPr>
          <p:nvPr/>
        </p:nvCxnSpPr>
        <p:spPr>
          <a:xfrm>
            <a:off x="3647590" y="1689135"/>
            <a:ext cx="0" cy="146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015BE76-5B4F-57E9-6B1F-DFCF39E7504B}"/>
              </a:ext>
            </a:extLst>
          </p:cNvPr>
          <p:cNvCxnSpPr>
            <a:cxnSpLocks/>
            <a:stCxn id="88" idx="2"/>
            <a:endCxn id="169" idx="3"/>
          </p:cNvCxnSpPr>
          <p:nvPr/>
        </p:nvCxnSpPr>
        <p:spPr>
          <a:xfrm flipH="1" flipV="1">
            <a:off x="2970362" y="1934219"/>
            <a:ext cx="578715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7B4A9FD-60FA-F6A4-99EE-5CE1A9A88A4D}"/>
              </a:ext>
            </a:extLst>
          </p:cNvPr>
          <p:cNvCxnSpPr>
            <a:cxnSpLocks/>
            <a:stCxn id="82" idx="0"/>
            <a:endCxn id="88" idx="4"/>
          </p:cNvCxnSpPr>
          <p:nvPr/>
        </p:nvCxnSpPr>
        <p:spPr>
          <a:xfrm flipV="1">
            <a:off x="3647590" y="2032734"/>
            <a:ext cx="0" cy="179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1F61CA56-C1AC-7A55-EB2C-D1838A02AB37}"/>
              </a:ext>
            </a:extLst>
          </p:cNvPr>
          <p:cNvSpPr/>
          <p:nvPr/>
        </p:nvSpPr>
        <p:spPr>
          <a:xfrm>
            <a:off x="5378080" y="1835708"/>
            <a:ext cx="197025" cy="19702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99298615-4EDE-8D9F-8471-E41706B0F946}"/>
              </a:ext>
            </a:extLst>
          </p:cNvPr>
          <p:cNvCxnSpPr>
            <a:stCxn id="98" idx="2"/>
            <a:endCxn id="82" idx="3"/>
          </p:cNvCxnSpPr>
          <p:nvPr/>
        </p:nvCxnSpPr>
        <p:spPr>
          <a:xfrm rot="10800000" flipV="1">
            <a:off x="4070392" y="1934220"/>
            <a:ext cx="1307688" cy="4640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CE66C1E-1992-80C9-3C36-22FAE68B02B3}"/>
              </a:ext>
            </a:extLst>
          </p:cNvPr>
          <p:cNvCxnSpPr>
            <a:cxnSpLocks/>
            <a:stCxn id="58" idx="2"/>
            <a:endCxn id="98" idx="0"/>
          </p:cNvCxnSpPr>
          <p:nvPr/>
        </p:nvCxnSpPr>
        <p:spPr>
          <a:xfrm>
            <a:off x="5476593" y="1689135"/>
            <a:ext cx="0" cy="146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77A41C0-C963-0EE4-7E82-2334DC37F90D}"/>
              </a:ext>
            </a:extLst>
          </p:cNvPr>
          <p:cNvSpPr/>
          <p:nvPr/>
        </p:nvSpPr>
        <p:spPr>
          <a:xfrm>
            <a:off x="5053791" y="2211743"/>
            <a:ext cx="845604" cy="3729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Populate OC</a:t>
            </a:r>
            <a:endParaRPr lang="en-SI" sz="1000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81A76BD-B04A-FF3D-74E0-574E01EAEAAD}"/>
              </a:ext>
            </a:extLst>
          </p:cNvPr>
          <p:cNvCxnSpPr>
            <a:cxnSpLocks/>
            <a:stCxn id="105" idx="0"/>
            <a:endCxn id="98" idx="4"/>
          </p:cNvCxnSpPr>
          <p:nvPr/>
        </p:nvCxnSpPr>
        <p:spPr>
          <a:xfrm flipV="1">
            <a:off x="5476593" y="2032733"/>
            <a:ext cx="0" cy="179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A6245E27-67AF-B253-C064-CD4FD654F764}"/>
              </a:ext>
            </a:extLst>
          </p:cNvPr>
          <p:cNvSpPr/>
          <p:nvPr/>
        </p:nvSpPr>
        <p:spPr>
          <a:xfrm>
            <a:off x="6576622" y="1835707"/>
            <a:ext cx="197025" cy="19702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FFEA105-49C8-ECFF-AC4E-4275EB7676FE}"/>
              </a:ext>
            </a:extLst>
          </p:cNvPr>
          <p:cNvCxnSpPr>
            <a:cxnSpLocks/>
            <a:stCxn id="71" idx="2"/>
            <a:endCxn id="110" idx="0"/>
          </p:cNvCxnSpPr>
          <p:nvPr/>
        </p:nvCxnSpPr>
        <p:spPr>
          <a:xfrm>
            <a:off x="6675135" y="1673625"/>
            <a:ext cx="0" cy="162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7F3E0D7-A2D8-BFE0-C786-099C612CA409}"/>
              </a:ext>
            </a:extLst>
          </p:cNvPr>
          <p:cNvSpPr/>
          <p:nvPr/>
        </p:nvSpPr>
        <p:spPr>
          <a:xfrm>
            <a:off x="6252332" y="2211743"/>
            <a:ext cx="845604" cy="3729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Populate</a:t>
            </a:r>
            <a:br>
              <a:rPr lang="en-US" sz="1000" dirty="0"/>
            </a:br>
            <a:r>
              <a:rPr lang="en-US" sz="1000" dirty="0"/>
              <a:t>L1</a:t>
            </a:r>
            <a:endParaRPr lang="en-SI" sz="10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4DA5D00-49DA-4D99-07C1-F01910BFC935}"/>
              </a:ext>
            </a:extLst>
          </p:cNvPr>
          <p:cNvCxnSpPr>
            <a:cxnSpLocks/>
            <a:stCxn id="116" idx="0"/>
            <a:endCxn id="110" idx="4"/>
          </p:cNvCxnSpPr>
          <p:nvPr/>
        </p:nvCxnSpPr>
        <p:spPr>
          <a:xfrm flipV="1">
            <a:off x="6675134" y="2032732"/>
            <a:ext cx="1" cy="179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48682F9A-BBFA-78C4-FB7B-7AABCA3D8B42}"/>
              </a:ext>
            </a:extLst>
          </p:cNvPr>
          <p:cNvCxnSpPr>
            <a:cxnSpLocks/>
            <a:stCxn id="110" idx="2"/>
            <a:endCxn id="105" idx="3"/>
          </p:cNvCxnSpPr>
          <p:nvPr/>
        </p:nvCxnSpPr>
        <p:spPr>
          <a:xfrm rot="10800000" flipV="1">
            <a:off x="5899396" y="1934220"/>
            <a:ext cx="677227" cy="464012"/>
          </a:xfrm>
          <a:prstGeom prst="bentConnector3">
            <a:avLst>
              <a:gd name="adj1" fmla="val 689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F5F57E7D-CA07-FCAC-ACC7-76F1DE1F4453}"/>
              </a:ext>
            </a:extLst>
          </p:cNvPr>
          <p:cNvSpPr/>
          <p:nvPr/>
        </p:nvSpPr>
        <p:spPr>
          <a:xfrm>
            <a:off x="7552129" y="1090563"/>
            <a:ext cx="593558" cy="583062"/>
          </a:xfrm>
          <a:prstGeom prst="diamond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 sz="1200" dirty="0">
              <a:solidFill>
                <a:schemeClr val="tx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4922889-81B6-7B81-E673-9BFA0DE0582E}"/>
              </a:ext>
            </a:extLst>
          </p:cNvPr>
          <p:cNvSpPr txBox="1"/>
          <p:nvPr/>
        </p:nvSpPr>
        <p:spPr>
          <a:xfrm>
            <a:off x="7653182" y="1182039"/>
            <a:ext cx="391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L2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hit?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0E102A5-9D45-2372-387A-707CE703A0D0}"/>
              </a:ext>
            </a:extLst>
          </p:cNvPr>
          <p:cNvCxnSpPr>
            <a:cxnSpLocks/>
            <a:stCxn id="71" idx="3"/>
            <a:endCxn id="123" idx="1"/>
          </p:cNvCxnSpPr>
          <p:nvPr/>
        </p:nvCxnSpPr>
        <p:spPr>
          <a:xfrm>
            <a:off x="6971914" y="1382094"/>
            <a:ext cx="5802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0CABEC0-AE46-5E15-B386-CB663BDDBD03}"/>
              </a:ext>
            </a:extLst>
          </p:cNvPr>
          <p:cNvSpPr/>
          <p:nvPr/>
        </p:nvSpPr>
        <p:spPr>
          <a:xfrm>
            <a:off x="8718081" y="1197549"/>
            <a:ext cx="845604" cy="3729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Factory run</a:t>
            </a:r>
            <a:endParaRPr lang="en-SI" sz="1000" dirty="0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2EDB7C0C-2645-5BB7-5ACF-4D0BA3E777B3}"/>
              </a:ext>
            </a:extLst>
          </p:cNvPr>
          <p:cNvSpPr/>
          <p:nvPr/>
        </p:nvSpPr>
        <p:spPr>
          <a:xfrm>
            <a:off x="7750395" y="1835707"/>
            <a:ext cx="197025" cy="19702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83CD8A4-50F5-A751-FDFB-D4482B9159EE}"/>
              </a:ext>
            </a:extLst>
          </p:cNvPr>
          <p:cNvSpPr/>
          <p:nvPr/>
        </p:nvSpPr>
        <p:spPr>
          <a:xfrm>
            <a:off x="7426105" y="2211743"/>
            <a:ext cx="845604" cy="3729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Populate</a:t>
            </a:r>
            <a:br>
              <a:rPr lang="en-US" sz="1000" dirty="0"/>
            </a:br>
            <a:r>
              <a:rPr lang="en-US" sz="1000" dirty="0"/>
              <a:t>L2</a:t>
            </a:r>
            <a:endParaRPr lang="en-SI" sz="10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D1B6AA8-1EA7-FE8F-1BBC-BE2EF8652934}"/>
              </a:ext>
            </a:extLst>
          </p:cNvPr>
          <p:cNvCxnSpPr>
            <a:cxnSpLocks/>
            <a:stCxn id="138" idx="0"/>
            <a:endCxn id="137" idx="4"/>
          </p:cNvCxnSpPr>
          <p:nvPr/>
        </p:nvCxnSpPr>
        <p:spPr>
          <a:xfrm flipV="1">
            <a:off x="7848907" y="2032732"/>
            <a:ext cx="1" cy="179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F726F19-BE20-6AF1-610A-9CEE8C96CFCE}"/>
              </a:ext>
            </a:extLst>
          </p:cNvPr>
          <p:cNvCxnSpPr>
            <a:cxnSpLocks/>
            <a:stCxn id="123" idx="2"/>
            <a:endCxn id="137" idx="0"/>
          </p:cNvCxnSpPr>
          <p:nvPr/>
        </p:nvCxnSpPr>
        <p:spPr>
          <a:xfrm>
            <a:off x="7848908" y="1673625"/>
            <a:ext cx="0" cy="162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6F852DE-B27A-5028-E84F-6DB8EDB84E4F}"/>
              </a:ext>
            </a:extLst>
          </p:cNvPr>
          <p:cNvCxnSpPr>
            <a:cxnSpLocks/>
            <a:stCxn id="123" idx="3"/>
            <a:endCxn id="136" idx="1"/>
          </p:cNvCxnSpPr>
          <p:nvPr/>
        </p:nvCxnSpPr>
        <p:spPr>
          <a:xfrm>
            <a:off x="8145687" y="1382094"/>
            <a:ext cx="572394" cy="1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6354B7B5-71F6-4288-1966-A4DB2AECA381}"/>
              </a:ext>
            </a:extLst>
          </p:cNvPr>
          <p:cNvCxnSpPr>
            <a:cxnSpLocks/>
            <a:stCxn id="137" idx="2"/>
            <a:endCxn id="116" idx="3"/>
          </p:cNvCxnSpPr>
          <p:nvPr/>
        </p:nvCxnSpPr>
        <p:spPr>
          <a:xfrm rot="10800000" flipV="1">
            <a:off x="7097937" y="1934220"/>
            <a:ext cx="652459" cy="464012"/>
          </a:xfrm>
          <a:prstGeom prst="bentConnector3">
            <a:avLst>
              <a:gd name="adj1" fmla="val 702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D77FC660-34EE-DE7E-5C97-ABFA1965077D}"/>
              </a:ext>
            </a:extLst>
          </p:cNvPr>
          <p:cNvCxnSpPr>
            <a:cxnSpLocks/>
            <a:stCxn id="136" idx="2"/>
            <a:endCxn id="138" idx="3"/>
          </p:cNvCxnSpPr>
          <p:nvPr/>
        </p:nvCxnSpPr>
        <p:spPr>
          <a:xfrm rot="5400000">
            <a:off x="8292443" y="1549792"/>
            <a:ext cx="827706" cy="8691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E8E1A07C-0CF7-0683-6A3F-6DD657C9C525}"/>
              </a:ext>
            </a:extLst>
          </p:cNvPr>
          <p:cNvSpPr txBox="1"/>
          <p:nvPr/>
        </p:nvSpPr>
        <p:spPr>
          <a:xfrm>
            <a:off x="5145959" y="1570526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yes</a:t>
            </a:r>
            <a:endParaRPr lang="en-SI" sz="10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802B067-171C-700C-0744-1714D0154E82}"/>
              </a:ext>
            </a:extLst>
          </p:cNvPr>
          <p:cNvSpPr txBox="1"/>
          <p:nvPr/>
        </p:nvSpPr>
        <p:spPr>
          <a:xfrm>
            <a:off x="6353108" y="1570526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yes</a:t>
            </a:r>
            <a:endParaRPr lang="en-SI" sz="1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6D64B70-A236-D765-B997-E1D9A12450D6}"/>
              </a:ext>
            </a:extLst>
          </p:cNvPr>
          <p:cNvSpPr txBox="1"/>
          <p:nvPr/>
        </p:nvSpPr>
        <p:spPr>
          <a:xfrm>
            <a:off x="7524494" y="1570526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yes</a:t>
            </a:r>
            <a:endParaRPr lang="en-SI" sz="10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DBA1DBA-B525-9D7D-33E6-20C0ACF592D0}"/>
              </a:ext>
            </a:extLst>
          </p:cNvPr>
          <p:cNvSpPr txBox="1"/>
          <p:nvPr/>
        </p:nvSpPr>
        <p:spPr>
          <a:xfrm>
            <a:off x="3839902" y="1161940"/>
            <a:ext cx="325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no</a:t>
            </a:r>
            <a:endParaRPr lang="en-SI" sz="10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3253949-26D3-9020-19AC-39C2CC33384E}"/>
              </a:ext>
            </a:extLst>
          </p:cNvPr>
          <p:cNvSpPr txBox="1"/>
          <p:nvPr/>
        </p:nvSpPr>
        <p:spPr>
          <a:xfrm>
            <a:off x="5658612" y="1161940"/>
            <a:ext cx="325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no</a:t>
            </a:r>
            <a:endParaRPr lang="en-SI" sz="10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40C0C99-0A9C-3957-570C-72E4FDF9A8EB}"/>
              </a:ext>
            </a:extLst>
          </p:cNvPr>
          <p:cNvSpPr txBox="1"/>
          <p:nvPr/>
        </p:nvSpPr>
        <p:spPr>
          <a:xfrm>
            <a:off x="6880755" y="1161940"/>
            <a:ext cx="325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no</a:t>
            </a:r>
            <a:endParaRPr lang="en-SI" sz="10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46BE0D6-DC16-C834-C1F1-58C1B5ADE371}"/>
              </a:ext>
            </a:extLst>
          </p:cNvPr>
          <p:cNvSpPr txBox="1"/>
          <p:nvPr/>
        </p:nvSpPr>
        <p:spPr>
          <a:xfrm>
            <a:off x="8047830" y="1161940"/>
            <a:ext cx="325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no</a:t>
            </a:r>
            <a:endParaRPr lang="en-SI" sz="10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8AB5D39-5A77-1F69-E9B0-8880501AFC21}"/>
              </a:ext>
            </a:extLst>
          </p:cNvPr>
          <p:cNvSpPr/>
          <p:nvPr/>
        </p:nvSpPr>
        <p:spPr>
          <a:xfrm>
            <a:off x="2124758" y="1747730"/>
            <a:ext cx="845604" cy="3729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Response</a:t>
            </a:r>
            <a:endParaRPr lang="en-SI" sz="10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42DFAD4-114C-2D7D-29B4-2098C875860F}"/>
              </a:ext>
            </a:extLst>
          </p:cNvPr>
          <p:cNvSpPr txBox="1"/>
          <p:nvPr/>
        </p:nvSpPr>
        <p:spPr>
          <a:xfrm>
            <a:off x="2929056" y="607227"/>
            <a:ext cx="651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Client</a:t>
            </a:r>
            <a:endParaRPr lang="en-SI" sz="14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712DDAE-F41F-BFB1-B0EC-08E5AFD841CB}"/>
              </a:ext>
            </a:extLst>
          </p:cNvPr>
          <p:cNvSpPr txBox="1"/>
          <p:nvPr/>
        </p:nvSpPr>
        <p:spPr>
          <a:xfrm>
            <a:off x="6899014" y="620080"/>
            <a:ext cx="863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Backend</a:t>
            </a:r>
            <a:endParaRPr lang="en-SI" sz="1400" dirty="0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9B96B901-0B5B-03E4-272C-8A98682B5804}"/>
              </a:ext>
            </a:extLst>
          </p:cNvPr>
          <p:cNvSpPr/>
          <p:nvPr/>
        </p:nvSpPr>
        <p:spPr>
          <a:xfrm>
            <a:off x="4820751" y="1299091"/>
            <a:ext cx="197025" cy="19702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78B2C7D4-8E9F-B5BB-FBCE-403F2B75CB73}"/>
              </a:ext>
            </a:extLst>
          </p:cNvPr>
          <p:cNvSpPr txBox="1"/>
          <p:nvPr/>
        </p:nvSpPr>
        <p:spPr>
          <a:xfrm>
            <a:off x="4007827" y="389247"/>
            <a:ext cx="1510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Bradley Hand ITC" panose="03070402050302030203" pitchFamily="66" charset="0"/>
              </a:rPr>
              <a:t>Requests are hitting</a:t>
            </a:r>
          </a:p>
          <a:p>
            <a:pPr algn="ctr"/>
            <a:r>
              <a:rPr lang="en-US" sz="1200" b="1" dirty="0">
                <a:latin typeface="Bradley Hand ITC" panose="03070402050302030203" pitchFamily="66" charset="0"/>
              </a:rPr>
              <a:t>your servers</a:t>
            </a:r>
            <a:endParaRPr lang="en-SI" sz="1200" b="1" dirty="0">
              <a:latin typeface="Bradley Hand ITC" panose="03070402050302030203" pitchFamily="66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A86CFBE-22BB-9162-A96B-19A7F83226A5}"/>
              </a:ext>
            </a:extLst>
          </p:cNvPr>
          <p:cNvSpPr txBox="1"/>
          <p:nvPr/>
        </p:nvSpPr>
        <p:spPr>
          <a:xfrm>
            <a:off x="8662226" y="389247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Bradley Hand ITC" panose="03070402050302030203" pitchFamily="66" charset="0"/>
              </a:rPr>
              <a:t>Heavy work</a:t>
            </a:r>
          </a:p>
          <a:p>
            <a:pPr algn="ctr"/>
            <a:r>
              <a:rPr lang="en-US" sz="1200" b="1" dirty="0">
                <a:latin typeface="Bradley Hand ITC" panose="03070402050302030203" pitchFamily="66" charset="0"/>
              </a:rPr>
              <a:t>is here</a:t>
            </a:r>
            <a:endParaRPr lang="en-SI" sz="1200" b="1" dirty="0">
              <a:latin typeface="Bradley Hand ITC" panose="03070402050302030203" pitchFamily="66" charset="0"/>
            </a:endParaRPr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AC557AB1-386F-199A-72B0-832F72F851AF}"/>
              </a:ext>
            </a:extLst>
          </p:cNvPr>
          <p:cNvSpPr/>
          <p:nvPr/>
        </p:nvSpPr>
        <p:spPr>
          <a:xfrm>
            <a:off x="4691480" y="786731"/>
            <a:ext cx="155575" cy="502053"/>
          </a:xfrm>
          <a:custGeom>
            <a:avLst/>
            <a:gdLst>
              <a:gd name="csX0" fmla="*/ 0 w 155575"/>
              <a:gd name="csY0" fmla="*/ 0 h 502053"/>
              <a:gd name="csX1" fmla="*/ 12700 w 155575"/>
              <a:gd name="csY1" fmla="*/ 238125 h 502053"/>
              <a:gd name="csX2" fmla="*/ 15875 w 155575"/>
              <a:gd name="csY2" fmla="*/ 273050 h 502053"/>
              <a:gd name="csX3" fmla="*/ 38100 w 155575"/>
              <a:gd name="csY3" fmla="*/ 336550 h 502053"/>
              <a:gd name="csX4" fmla="*/ 66675 w 155575"/>
              <a:gd name="csY4" fmla="*/ 381000 h 502053"/>
              <a:gd name="csX5" fmla="*/ 92075 w 155575"/>
              <a:gd name="csY5" fmla="*/ 422275 h 502053"/>
              <a:gd name="csX6" fmla="*/ 98425 w 155575"/>
              <a:gd name="csY6" fmla="*/ 431800 h 502053"/>
              <a:gd name="csX7" fmla="*/ 111125 w 155575"/>
              <a:gd name="csY7" fmla="*/ 441325 h 502053"/>
              <a:gd name="csX8" fmla="*/ 123825 w 155575"/>
              <a:gd name="csY8" fmla="*/ 460375 h 502053"/>
              <a:gd name="csX9" fmla="*/ 127000 w 155575"/>
              <a:gd name="csY9" fmla="*/ 469900 h 502053"/>
              <a:gd name="csX10" fmla="*/ 139700 w 155575"/>
              <a:gd name="csY10" fmla="*/ 473075 h 502053"/>
              <a:gd name="csX11" fmla="*/ 146050 w 155575"/>
              <a:gd name="csY11" fmla="*/ 485775 h 502053"/>
              <a:gd name="csX12" fmla="*/ 152400 w 155575"/>
              <a:gd name="csY12" fmla="*/ 501650 h 502053"/>
              <a:gd name="csX13" fmla="*/ 155575 w 155575"/>
              <a:gd name="csY13" fmla="*/ 501650 h 502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5575" h="502053">
                <a:moveTo>
                  <a:pt x="0" y="0"/>
                </a:moveTo>
                <a:cubicBezTo>
                  <a:pt x="4233" y="79375"/>
                  <a:pt x="5504" y="158964"/>
                  <a:pt x="12700" y="238125"/>
                </a:cubicBezTo>
                <a:cubicBezTo>
                  <a:pt x="13758" y="249767"/>
                  <a:pt x="12954" y="261731"/>
                  <a:pt x="15875" y="273050"/>
                </a:cubicBezTo>
                <a:cubicBezTo>
                  <a:pt x="21479" y="294764"/>
                  <a:pt x="28071" y="316492"/>
                  <a:pt x="38100" y="336550"/>
                </a:cubicBezTo>
                <a:cubicBezTo>
                  <a:pt x="56652" y="373655"/>
                  <a:pt x="45608" y="359933"/>
                  <a:pt x="66675" y="381000"/>
                </a:cubicBezTo>
                <a:cubicBezTo>
                  <a:pt x="81134" y="414738"/>
                  <a:pt x="69319" y="393017"/>
                  <a:pt x="92075" y="422275"/>
                </a:cubicBezTo>
                <a:cubicBezTo>
                  <a:pt x="94418" y="425287"/>
                  <a:pt x="95727" y="429102"/>
                  <a:pt x="98425" y="431800"/>
                </a:cubicBezTo>
                <a:cubicBezTo>
                  <a:pt x="102167" y="435542"/>
                  <a:pt x="107609" y="437370"/>
                  <a:pt x="111125" y="441325"/>
                </a:cubicBezTo>
                <a:cubicBezTo>
                  <a:pt x="116195" y="447029"/>
                  <a:pt x="120119" y="453704"/>
                  <a:pt x="123825" y="460375"/>
                </a:cubicBezTo>
                <a:cubicBezTo>
                  <a:pt x="125450" y="463301"/>
                  <a:pt x="124387" y="467809"/>
                  <a:pt x="127000" y="469900"/>
                </a:cubicBezTo>
                <a:cubicBezTo>
                  <a:pt x="130407" y="472626"/>
                  <a:pt x="135467" y="472017"/>
                  <a:pt x="139700" y="473075"/>
                </a:cubicBezTo>
                <a:cubicBezTo>
                  <a:pt x="141817" y="477308"/>
                  <a:pt x="144128" y="481450"/>
                  <a:pt x="146050" y="485775"/>
                </a:cubicBezTo>
                <a:cubicBezTo>
                  <a:pt x="148365" y="490983"/>
                  <a:pt x="149468" y="496763"/>
                  <a:pt x="152400" y="501650"/>
                </a:cubicBezTo>
                <a:cubicBezTo>
                  <a:pt x="152945" y="502558"/>
                  <a:pt x="154517" y="501650"/>
                  <a:pt x="155575" y="501650"/>
                </a:cubicBezTo>
              </a:path>
            </a:pathLst>
          </a:custGeom>
          <a:noFill/>
          <a:ln w="6350"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7F85E8EE-D346-1C83-8B67-FFE8933405AE}"/>
              </a:ext>
            </a:extLst>
          </p:cNvPr>
          <p:cNvSpPr/>
          <p:nvPr/>
        </p:nvSpPr>
        <p:spPr>
          <a:xfrm>
            <a:off x="9292055" y="761115"/>
            <a:ext cx="111125" cy="371475"/>
          </a:xfrm>
          <a:custGeom>
            <a:avLst/>
            <a:gdLst>
              <a:gd name="csX0" fmla="*/ 95250 w 111125"/>
              <a:gd name="csY0" fmla="*/ 0 h 371475"/>
              <a:gd name="csX1" fmla="*/ 104775 w 111125"/>
              <a:gd name="csY1" fmla="*/ 38100 h 371475"/>
              <a:gd name="csX2" fmla="*/ 107950 w 111125"/>
              <a:gd name="csY2" fmla="*/ 66675 h 371475"/>
              <a:gd name="csX3" fmla="*/ 111125 w 111125"/>
              <a:gd name="csY3" fmla="*/ 88900 h 371475"/>
              <a:gd name="csX4" fmla="*/ 95250 w 111125"/>
              <a:gd name="csY4" fmla="*/ 212725 h 371475"/>
              <a:gd name="csX5" fmla="*/ 76200 w 111125"/>
              <a:gd name="csY5" fmla="*/ 247650 h 371475"/>
              <a:gd name="csX6" fmla="*/ 60325 w 111125"/>
              <a:gd name="csY6" fmla="*/ 288925 h 371475"/>
              <a:gd name="csX7" fmla="*/ 44450 w 111125"/>
              <a:gd name="csY7" fmla="*/ 304800 h 371475"/>
              <a:gd name="csX8" fmla="*/ 38100 w 111125"/>
              <a:gd name="csY8" fmla="*/ 320675 h 371475"/>
              <a:gd name="csX9" fmla="*/ 0 w 111125"/>
              <a:gd name="csY9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1125" h="371475">
                <a:moveTo>
                  <a:pt x="95250" y="0"/>
                </a:moveTo>
                <a:cubicBezTo>
                  <a:pt x="98425" y="12700"/>
                  <a:pt x="102326" y="25240"/>
                  <a:pt x="104775" y="38100"/>
                </a:cubicBezTo>
                <a:cubicBezTo>
                  <a:pt x="106568" y="47514"/>
                  <a:pt x="106761" y="57165"/>
                  <a:pt x="107950" y="66675"/>
                </a:cubicBezTo>
                <a:cubicBezTo>
                  <a:pt x="108878" y="74101"/>
                  <a:pt x="110067" y="81492"/>
                  <a:pt x="111125" y="88900"/>
                </a:cubicBezTo>
                <a:cubicBezTo>
                  <a:pt x="107445" y="128153"/>
                  <a:pt x="109458" y="173653"/>
                  <a:pt x="95250" y="212725"/>
                </a:cubicBezTo>
                <a:cubicBezTo>
                  <a:pt x="91697" y="222497"/>
                  <a:pt x="79328" y="240352"/>
                  <a:pt x="76200" y="247650"/>
                </a:cubicBezTo>
                <a:cubicBezTo>
                  <a:pt x="66975" y="269175"/>
                  <a:pt x="74148" y="269919"/>
                  <a:pt x="60325" y="288925"/>
                </a:cubicBezTo>
                <a:cubicBezTo>
                  <a:pt x="55923" y="294977"/>
                  <a:pt x="49742" y="299508"/>
                  <a:pt x="44450" y="304800"/>
                </a:cubicBezTo>
                <a:cubicBezTo>
                  <a:pt x="42333" y="310092"/>
                  <a:pt x="41318" y="315971"/>
                  <a:pt x="38100" y="320675"/>
                </a:cubicBezTo>
                <a:cubicBezTo>
                  <a:pt x="-11046" y="392504"/>
                  <a:pt x="13204" y="345066"/>
                  <a:pt x="0" y="371475"/>
                </a:cubicBezTo>
              </a:path>
            </a:pathLst>
          </a:custGeom>
          <a:noFill/>
          <a:ln w="6350"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90038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E165E-9269-1D94-5E6E-3C3950499159}"/>
              </a:ext>
            </a:extLst>
          </p:cNvPr>
          <p:cNvSpPr/>
          <p:nvPr/>
        </p:nvSpPr>
        <p:spPr>
          <a:xfrm>
            <a:off x="2484715" y="1694150"/>
            <a:ext cx="1742385" cy="2426620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DD4EE2-6F4E-EC2C-BDF4-44548D4D4E5A}"/>
              </a:ext>
            </a:extLst>
          </p:cNvPr>
          <p:cNvSpPr/>
          <p:nvPr/>
        </p:nvSpPr>
        <p:spPr>
          <a:xfrm>
            <a:off x="2920390" y="2305336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67411-5E62-2149-31ED-6D37DD70F733}"/>
              </a:ext>
            </a:extLst>
          </p:cNvPr>
          <p:cNvSpPr/>
          <p:nvPr/>
        </p:nvSpPr>
        <p:spPr>
          <a:xfrm>
            <a:off x="2920390" y="3132609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80E9CB-AFB0-39F4-D7C9-5D36AD374EE3}"/>
              </a:ext>
            </a:extLst>
          </p:cNvPr>
          <p:cNvSpPr/>
          <p:nvPr/>
        </p:nvSpPr>
        <p:spPr>
          <a:xfrm>
            <a:off x="5758401" y="1694150"/>
            <a:ext cx="1742385" cy="2451531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2C1CE0-E272-C233-96EE-EDBF44CF331C}"/>
              </a:ext>
            </a:extLst>
          </p:cNvPr>
          <p:cNvSpPr/>
          <p:nvPr/>
        </p:nvSpPr>
        <p:spPr>
          <a:xfrm>
            <a:off x="6194076" y="2305336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B1383D-D9C4-A30D-D859-5F07B1F0DB1A}"/>
              </a:ext>
            </a:extLst>
          </p:cNvPr>
          <p:cNvSpPr/>
          <p:nvPr/>
        </p:nvSpPr>
        <p:spPr>
          <a:xfrm>
            <a:off x="6194076" y="3132609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FBB532-2D02-8C78-71C1-5F1615DEDE61}"/>
              </a:ext>
            </a:extLst>
          </p:cNvPr>
          <p:cNvCxnSpPr>
            <a:cxnSpLocks/>
            <a:stCxn id="6" idx="3"/>
            <a:endCxn id="25" idx="2"/>
          </p:cNvCxnSpPr>
          <p:nvPr/>
        </p:nvCxnSpPr>
        <p:spPr>
          <a:xfrm flipV="1">
            <a:off x="3765994" y="2550340"/>
            <a:ext cx="861349" cy="60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7DD704-F9AF-DDEC-66CA-1CA931B809E4}"/>
              </a:ext>
            </a:extLst>
          </p:cNvPr>
          <p:cNvCxnSpPr>
            <a:cxnSpLocks/>
            <a:stCxn id="25" idx="4"/>
            <a:endCxn id="10" idx="1"/>
          </p:cNvCxnSpPr>
          <p:nvPr/>
        </p:nvCxnSpPr>
        <p:spPr>
          <a:xfrm>
            <a:off x="5449971" y="2550340"/>
            <a:ext cx="744105" cy="60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ylinder 24">
            <a:extLst>
              <a:ext uri="{FF2B5EF4-FFF2-40B4-BE49-F238E27FC236}">
                <a16:creationId xmlns:a16="http://schemas.microsoft.com/office/drawing/2014/main" id="{60737796-EA81-101D-DD24-2C60368313BB}"/>
              </a:ext>
            </a:extLst>
          </p:cNvPr>
          <p:cNvSpPr/>
          <p:nvPr/>
        </p:nvSpPr>
        <p:spPr>
          <a:xfrm>
            <a:off x="4627343" y="2341793"/>
            <a:ext cx="822628" cy="417094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redis-oc</a:t>
            </a:r>
            <a:endParaRPr lang="en-SI" sz="1000" dirty="0">
              <a:solidFill>
                <a:schemeClr val="bg1"/>
              </a:solidFill>
            </a:endParaRPr>
          </a:p>
        </p:txBody>
      </p:sp>
      <p:sp>
        <p:nvSpPr>
          <p:cNvPr id="29" name="Cylinder 28">
            <a:extLst>
              <a:ext uri="{FF2B5EF4-FFF2-40B4-BE49-F238E27FC236}">
                <a16:creationId xmlns:a16="http://schemas.microsoft.com/office/drawing/2014/main" id="{E8D3B449-91A5-3A0E-B3A8-12849F76F27A}"/>
              </a:ext>
            </a:extLst>
          </p:cNvPr>
          <p:cNvSpPr/>
          <p:nvPr/>
        </p:nvSpPr>
        <p:spPr>
          <a:xfrm>
            <a:off x="4627343" y="3173926"/>
            <a:ext cx="822628" cy="417094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redis</a:t>
            </a:r>
            <a:r>
              <a:rPr lang="en-GB" sz="1000" dirty="0">
                <a:solidFill>
                  <a:schemeClr val="bg1"/>
                </a:solidFill>
              </a:rPr>
              <a:t>-fc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826256-D6D6-CC7C-B311-0E303D38CA55}"/>
              </a:ext>
            </a:extLst>
          </p:cNvPr>
          <p:cNvCxnSpPr>
            <a:cxnSpLocks/>
            <a:stCxn id="8" idx="3"/>
            <a:endCxn id="29" idx="2"/>
          </p:cNvCxnSpPr>
          <p:nvPr/>
        </p:nvCxnSpPr>
        <p:spPr>
          <a:xfrm flipV="1">
            <a:off x="3765994" y="3382473"/>
            <a:ext cx="861349" cy="1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8E728B1-717A-1811-34E6-664557801FBE}"/>
              </a:ext>
            </a:extLst>
          </p:cNvPr>
          <p:cNvCxnSpPr>
            <a:cxnSpLocks/>
            <a:stCxn id="29" idx="4"/>
            <a:endCxn id="11" idx="1"/>
          </p:cNvCxnSpPr>
          <p:nvPr/>
        </p:nvCxnSpPr>
        <p:spPr>
          <a:xfrm>
            <a:off x="5449971" y="3382473"/>
            <a:ext cx="744105" cy="1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miley Face 40">
            <a:extLst>
              <a:ext uri="{FF2B5EF4-FFF2-40B4-BE49-F238E27FC236}">
                <a16:creationId xmlns:a16="http://schemas.microsoft.com/office/drawing/2014/main" id="{11151259-FD6D-34A4-F581-284D03AC019F}"/>
              </a:ext>
            </a:extLst>
          </p:cNvPr>
          <p:cNvSpPr/>
          <p:nvPr/>
        </p:nvSpPr>
        <p:spPr>
          <a:xfrm>
            <a:off x="3142889" y="923977"/>
            <a:ext cx="426036" cy="405063"/>
          </a:xfrm>
          <a:prstGeom prst="smileyFac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57D780E-6057-886D-DBF0-D8583A9AC9D0}"/>
              </a:ext>
            </a:extLst>
          </p:cNvPr>
          <p:cNvCxnSpPr>
            <a:cxnSpLocks/>
            <a:stCxn id="41" idx="4"/>
            <a:endCxn id="3" idx="0"/>
          </p:cNvCxnSpPr>
          <p:nvPr/>
        </p:nvCxnSpPr>
        <p:spPr>
          <a:xfrm>
            <a:off x="3355907" y="1329040"/>
            <a:ext cx="1" cy="365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miley Face 46">
            <a:extLst>
              <a:ext uri="{FF2B5EF4-FFF2-40B4-BE49-F238E27FC236}">
                <a16:creationId xmlns:a16="http://schemas.microsoft.com/office/drawing/2014/main" id="{E093E33C-C879-B42C-2B51-A9EE77740A37}"/>
              </a:ext>
            </a:extLst>
          </p:cNvPr>
          <p:cNvSpPr/>
          <p:nvPr/>
        </p:nvSpPr>
        <p:spPr>
          <a:xfrm>
            <a:off x="6416576" y="921017"/>
            <a:ext cx="426036" cy="405063"/>
          </a:xfrm>
          <a:prstGeom prst="smileyFac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F54F190-287E-0838-4E93-FE2B18E232B8}"/>
              </a:ext>
            </a:extLst>
          </p:cNvPr>
          <p:cNvCxnSpPr>
            <a:cxnSpLocks/>
            <a:stCxn id="47" idx="4"/>
            <a:endCxn id="9" idx="0"/>
          </p:cNvCxnSpPr>
          <p:nvPr/>
        </p:nvCxnSpPr>
        <p:spPr>
          <a:xfrm>
            <a:off x="6629594" y="1326080"/>
            <a:ext cx="0" cy="3680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6B10AE82-F5B9-C276-D873-E814BBAD0975}"/>
              </a:ext>
            </a:extLst>
          </p:cNvPr>
          <p:cNvSpPr/>
          <p:nvPr/>
        </p:nvSpPr>
        <p:spPr>
          <a:xfrm>
            <a:off x="4114920" y="1838859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CBDE953-8D8E-3886-912B-2EE05417851F}"/>
              </a:ext>
            </a:extLst>
          </p:cNvPr>
          <p:cNvSpPr/>
          <p:nvPr/>
        </p:nvSpPr>
        <p:spPr>
          <a:xfrm>
            <a:off x="5680209" y="1838859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889E160-27B2-4ECC-361D-B78E1E875182}"/>
              </a:ext>
            </a:extLst>
          </p:cNvPr>
          <p:cNvCxnSpPr>
            <a:cxnSpLocks/>
            <a:stCxn id="55" idx="6"/>
            <a:endCxn id="57" idx="2"/>
          </p:cNvCxnSpPr>
          <p:nvPr/>
        </p:nvCxnSpPr>
        <p:spPr>
          <a:xfrm>
            <a:off x="4311945" y="1937372"/>
            <a:ext cx="136826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4C9C7DA-C782-85AE-15A5-E894AC70FCBC}"/>
              </a:ext>
            </a:extLst>
          </p:cNvPr>
          <p:cNvSpPr txBox="1"/>
          <p:nvPr/>
        </p:nvSpPr>
        <p:spPr>
          <a:xfrm>
            <a:off x="4698661" y="1698411"/>
            <a:ext cx="7040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HTTP bus</a:t>
            </a:r>
            <a:endParaRPr lang="en-SI" sz="10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F7DC7A6-3345-F5B9-A4DE-AF62410F5BCF}"/>
              </a:ext>
            </a:extLst>
          </p:cNvPr>
          <p:cNvSpPr/>
          <p:nvPr/>
        </p:nvSpPr>
        <p:spPr>
          <a:xfrm>
            <a:off x="3257394" y="4015530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68E5B0C-8901-AFD7-9009-D7B2FC4DE96B}"/>
              </a:ext>
            </a:extLst>
          </p:cNvPr>
          <p:cNvSpPr/>
          <p:nvPr/>
        </p:nvSpPr>
        <p:spPr>
          <a:xfrm>
            <a:off x="6522710" y="4047168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81" name="Cylinder 80">
            <a:extLst>
              <a:ext uri="{FF2B5EF4-FFF2-40B4-BE49-F238E27FC236}">
                <a16:creationId xmlns:a16="http://schemas.microsoft.com/office/drawing/2014/main" id="{31CE0818-F57C-6449-0D20-8FB60F476164}"/>
              </a:ext>
            </a:extLst>
          </p:cNvPr>
          <p:cNvSpPr/>
          <p:nvPr/>
        </p:nvSpPr>
        <p:spPr>
          <a:xfrm>
            <a:off x="8574562" y="3173926"/>
            <a:ext cx="950438" cy="417094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prometheus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0057634D-2CCE-D708-99B1-D2590894A7B4}"/>
              </a:ext>
            </a:extLst>
          </p:cNvPr>
          <p:cNvCxnSpPr>
            <a:stCxn id="77" idx="4"/>
            <a:endCxn id="81" idx="3"/>
          </p:cNvCxnSpPr>
          <p:nvPr/>
        </p:nvCxnSpPr>
        <p:spPr>
          <a:xfrm rot="5400000" flipH="1" flipV="1">
            <a:off x="7508915" y="2703328"/>
            <a:ext cx="653173" cy="2428558"/>
          </a:xfrm>
          <a:prstGeom prst="bentConnector3">
            <a:avLst>
              <a:gd name="adj1" fmla="val -34998"/>
            </a:avLst>
          </a:prstGeom>
          <a:ln w="12700"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FD96F2AF-17A4-7D5A-F945-AAFD612E4BEA}"/>
              </a:ext>
            </a:extLst>
          </p:cNvPr>
          <p:cNvCxnSpPr>
            <a:stCxn id="75" idx="4"/>
          </p:cNvCxnSpPr>
          <p:nvPr/>
        </p:nvCxnSpPr>
        <p:spPr>
          <a:xfrm rot="16200000" flipH="1">
            <a:off x="4856801" y="2711660"/>
            <a:ext cx="259182" cy="3260971"/>
          </a:xfrm>
          <a:prstGeom prst="bentConnector2">
            <a:avLst/>
          </a:prstGeom>
          <a:ln w="12700"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F62A103-30A8-A145-2F09-D8CF43FD1D93}"/>
              </a:ext>
            </a:extLst>
          </p:cNvPr>
          <p:cNvCxnSpPr>
            <a:cxnSpLocks/>
            <a:stCxn id="81" idx="1"/>
            <a:endCxn id="102" idx="2"/>
          </p:cNvCxnSpPr>
          <p:nvPr/>
        </p:nvCxnSpPr>
        <p:spPr>
          <a:xfrm flipV="1">
            <a:off x="9049781" y="2521601"/>
            <a:ext cx="1" cy="65232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F3D1BEE6-4261-F3EC-10EE-1F04B154A7FB}"/>
              </a:ext>
            </a:extLst>
          </p:cNvPr>
          <p:cNvCxnSpPr>
            <a:cxnSpLocks/>
            <a:endCxn id="102" idx="1"/>
          </p:cNvCxnSpPr>
          <p:nvPr/>
        </p:nvCxnSpPr>
        <p:spPr>
          <a:xfrm rot="5400000" flipH="1" flipV="1">
            <a:off x="7158978" y="3052143"/>
            <a:ext cx="2197184" cy="633986"/>
          </a:xfrm>
          <a:prstGeom prst="bentConnector2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DF61415-58AE-15DA-CE4F-484B7B7622FD}"/>
              </a:ext>
            </a:extLst>
          </p:cNvPr>
          <p:cNvSpPr/>
          <p:nvPr/>
        </p:nvSpPr>
        <p:spPr>
          <a:xfrm>
            <a:off x="8574563" y="2019487"/>
            <a:ext cx="950437" cy="5021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admin console</a:t>
            </a:r>
          </a:p>
        </p:txBody>
      </p:sp>
      <p:sp>
        <p:nvSpPr>
          <p:cNvPr id="109" name="Smiley Face 108">
            <a:extLst>
              <a:ext uri="{FF2B5EF4-FFF2-40B4-BE49-F238E27FC236}">
                <a16:creationId xmlns:a16="http://schemas.microsoft.com/office/drawing/2014/main" id="{92064164-6FD7-571F-A230-1BAF26C54560}"/>
              </a:ext>
            </a:extLst>
          </p:cNvPr>
          <p:cNvSpPr/>
          <p:nvPr/>
        </p:nvSpPr>
        <p:spPr>
          <a:xfrm>
            <a:off x="8841420" y="953431"/>
            <a:ext cx="426036" cy="405063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690FF45-2E20-3A89-4DCE-BE8F3826CDFA}"/>
              </a:ext>
            </a:extLst>
          </p:cNvPr>
          <p:cNvCxnSpPr>
            <a:cxnSpLocks/>
            <a:stCxn id="109" idx="4"/>
            <a:endCxn id="102" idx="0"/>
          </p:cNvCxnSpPr>
          <p:nvPr/>
        </p:nvCxnSpPr>
        <p:spPr>
          <a:xfrm flipH="1">
            <a:off x="9049782" y="1358494"/>
            <a:ext cx="4656" cy="6609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C731DA0-1575-7A42-D9B6-2AE476C96993}"/>
              </a:ext>
            </a:extLst>
          </p:cNvPr>
          <p:cNvSpPr txBox="1"/>
          <p:nvPr/>
        </p:nvSpPr>
        <p:spPr>
          <a:xfrm>
            <a:off x="2888855" y="1694149"/>
            <a:ext cx="9204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/>
              <a:t>playground-a</a:t>
            </a:r>
            <a:endParaRPr lang="en-SI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AB56F-4271-4236-36D1-361CF326DA46}"/>
              </a:ext>
            </a:extLst>
          </p:cNvPr>
          <p:cNvSpPr txBox="1"/>
          <p:nvPr/>
        </p:nvSpPr>
        <p:spPr>
          <a:xfrm>
            <a:off x="6169256" y="1694149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/>
              <a:t>playground-b</a:t>
            </a:r>
            <a:endParaRPr lang="en-SI" sz="1000" dirty="0"/>
          </a:p>
        </p:txBody>
      </p:sp>
    </p:spTree>
    <p:extLst>
      <p:ext uri="{BB962C8B-B14F-4D97-AF65-F5344CB8AC3E}">
        <p14:creationId xmlns:p14="http://schemas.microsoft.com/office/powerpoint/2010/main" val="271608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A8196F-9874-7CCD-DE37-C07D3204D2A6}"/>
              </a:ext>
            </a:extLst>
          </p:cNvPr>
          <p:cNvSpPr/>
          <p:nvPr/>
        </p:nvSpPr>
        <p:spPr>
          <a:xfrm>
            <a:off x="2484715" y="1694150"/>
            <a:ext cx="1742385" cy="2426620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93D6F-926E-1A1E-4E31-A9F9370FABB8}"/>
              </a:ext>
            </a:extLst>
          </p:cNvPr>
          <p:cNvSpPr/>
          <p:nvPr/>
        </p:nvSpPr>
        <p:spPr>
          <a:xfrm>
            <a:off x="2920390" y="2305336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E7FCF-30D8-A39C-F64E-7947A9396E46}"/>
              </a:ext>
            </a:extLst>
          </p:cNvPr>
          <p:cNvSpPr/>
          <p:nvPr/>
        </p:nvSpPr>
        <p:spPr>
          <a:xfrm>
            <a:off x="2920390" y="3132609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7DA92F-F656-6006-BCDF-9B073C9F322F}"/>
              </a:ext>
            </a:extLst>
          </p:cNvPr>
          <p:cNvSpPr/>
          <p:nvPr/>
        </p:nvSpPr>
        <p:spPr>
          <a:xfrm>
            <a:off x="5758401" y="1694150"/>
            <a:ext cx="1742385" cy="2451531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2CC1D-E404-9915-53D6-601215E7499C}"/>
              </a:ext>
            </a:extLst>
          </p:cNvPr>
          <p:cNvSpPr/>
          <p:nvPr/>
        </p:nvSpPr>
        <p:spPr>
          <a:xfrm>
            <a:off x="6194076" y="2305336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F0C825-EB25-972D-37F4-EC4E929440DC}"/>
              </a:ext>
            </a:extLst>
          </p:cNvPr>
          <p:cNvSpPr/>
          <p:nvPr/>
        </p:nvSpPr>
        <p:spPr>
          <a:xfrm>
            <a:off x="6194076" y="3132609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336DBD33-421E-6D21-8E71-7A638796AC4E}"/>
              </a:ext>
            </a:extLst>
          </p:cNvPr>
          <p:cNvSpPr/>
          <p:nvPr/>
        </p:nvSpPr>
        <p:spPr>
          <a:xfrm>
            <a:off x="4627343" y="3173926"/>
            <a:ext cx="822628" cy="417094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redis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BAD6D4-0EC6-2418-587F-0B4A1080DC72}"/>
              </a:ext>
            </a:extLst>
          </p:cNvPr>
          <p:cNvCxnSpPr>
            <a:cxnSpLocks/>
            <a:stCxn id="4" idx="3"/>
            <a:endCxn id="11" idx="2"/>
          </p:cNvCxnSpPr>
          <p:nvPr/>
        </p:nvCxnSpPr>
        <p:spPr>
          <a:xfrm flipV="1">
            <a:off x="3765994" y="3382473"/>
            <a:ext cx="861349" cy="1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73AE88-8AD6-A115-85D1-08D59CF65C00}"/>
              </a:ext>
            </a:extLst>
          </p:cNvPr>
          <p:cNvCxnSpPr>
            <a:cxnSpLocks/>
            <a:stCxn id="11" idx="4"/>
            <a:endCxn id="7" idx="1"/>
          </p:cNvCxnSpPr>
          <p:nvPr/>
        </p:nvCxnSpPr>
        <p:spPr>
          <a:xfrm>
            <a:off x="5449971" y="3382473"/>
            <a:ext cx="744105" cy="1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miley Face 13">
            <a:extLst>
              <a:ext uri="{FF2B5EF4-FFF2-40B4-BE49-F238E27FC236}">
                <a16:creationId xmlns:a16="http://schemas.microsoft.com/office/drawing/2014/main" id="{AE55CDB0-771B-9F70-AD9B-7079A143EE93}"/>
              </a:ext>
            </a:extLst>
          </p:cNvPr>
          <p:cNvSpPr/>
          <p:nvPr/>
        </p:nvSpPr>
        <p:spPr>
          <a:xfrm>
            <a:off x="3142889" y="923977"/>
            <a:ext cx="426036" cy="405063"/>
          </a:xfrm>
          <a:prstGeom prst="smileyFac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912E0D-9A29-5D10-142B-061C348A0AF6}"/>
              </a:ext>
            </a:extLst>
          </p:cNvPr>
          <p:cNvCxnSpPr>
            <a:cxnSpLocks/>
            <a:stCxn id="14" idx="4"/>
            <a:endCxn id="2" idx="0"/>
          </p:cNvCxnSpPr>
          <p:nvPr/>
        </p:nvCxnSpPr>
        <p:spPr>
          <a:xfrm>
            <a:off x="3355907" y="1329040"/>
            <a:ext cx="1" cy="365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miley Face 15">
            <a:extLst>
              <a:ext uri="{FF2B5EF4-FFF2-40B4-BE49-F238E27FC236}">
                <a16:creationId xmlns:a16="http://schemas.microsoft.com/office/drawing/2014/main" id="{30B40805-292A-A402-3AAD-8CDE331A2CC1}"/>
              </a:ext>
            </a:extLst>
          </p:cNvPr>
          <p:cNvSpPr/>
          <p:nvPr/>
        </p:nvSpPr>
        <p:spPr>
          <a:xfrm>
            <a:off x="6416576" y="921017"/>
            <a:ext cx="426036" cy="405063"/>
          </a:xfrm>
          <a:prstGeom prst="smileyFac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A271F6-F668-6BB1-05BC-51DB60B2327A}"/>
              </a:ext>
            </a:extLst>
          </p:cNvPr>
          <p:cNvCxnSpPr>
            <a:cxnSpLocks/>
            <a:stCxn id="16" idx="4"/>
            <a:endCxn id="5" idx="0"/>
          </p:cNvCxnSpPr>
          <p:nvPr/>
        </p:nvCxnSpPr>
        <p:spPr>
          <a:xfrm>
            <a:off x="6629594" y="1326080"/>
            <a:ext cx="0" cy="3680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93994E2-5262-4D5E-4D9B-467E7432B957}"/>
              </a:ext>
            </a:extLst>
          </p:cNvPr>
          <p:cNvSpPr/>
          <p:nvPr/>
        </p:nvSpPr>
        <p:spPr>
          <a:xfrm>
            <a:off x="4114920" y="1838859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7908DF-558A-22B6-320B-1B0BFFB1185E}"/>
              </a:ext>
            </a:extLst>
          </p:cNvPr>
          <p:cNvSpPr/>
          <p:nvPr/>
        </p:nvSpPr>
        <p:spPr>
          <a:xfrm>
            <a:off x="5680209" y="1838859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46FDA0-8B86-93F5-A907-81219090F28E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4311945" y="1937372"/>
            <a:ext cx="136826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B30F3AC-6E76-188E-4E30-5A73A101A4A7}"/>
              </a:ext>
            </a:extLst>
          </p:cNvPr>
          <p:cNvSpPr txBox="1"/>
          <p:nvPr/>
        </p:nvSpPr>
        <p:spPr>
          <a:xfrm>
            <a:off x="4698661" y="1698411"/>
            <a:ext cx="7040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HTTP bus</a:t>
            </a:r>
            <a:endParaRPr lang="en-SI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0C46E6-5E4B-9972-4FE5-5D105459A37D}"/>
              </a:ext>
            </a:extLst>
          </p:cNvPr>
          <p:cNvSpPr txBox="1"/>
          <p:nvPr/>
        </p:nvSpPr>
        <p:spPr>
          <a:xfrm>
            <a:off x="2888855" y="1694149"/>
            <a:ext cx="9204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/>
              <a:t>playground-a</a:t>
            </a:r>
            <a:endParaRPr lang="en-SI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E52371-66A0-41D2-585A-AB45CE3C2E9F}"/>
              </a:ext>
            </a:extLst>
          </p:cNvPr>
          <p:cNvSpPr txBox="1"/>
          <p:nvPr/>
        </p:nvSpPr>
        <p:spPr>
          <a:xfrm>
            <a:off x="6169256" y="1694149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/>
              <a:t>playground-b</a:t>
            </a:r>
            <a:endParaRPr lang="en-SI" sz="1000" dirty="0"/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F106490C-D0C0-C059-84DB-FCBB76059E21}"/>
              </a:ext>
            </a:extLst>
          </p:cNvPr>
          <p:cNvSpPr/>
          <p:nvPr/>
        </p:nvSpPr>
        <p:spPr>
          <a:xfrm>
            <a:off x="2672726" y="2646562"/>
            <a:ext cx="478185" cy="295179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mem</a:t>
            </a:r>
            <a:endParaRPr lang="en-SI" sz="1000" dirty="0">
              <a:solidFill>
                <a:schemeClr val="bg1"/>
              </a:solidFill>
            </a:endParaRPr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FB0E39DF-1661-923E-1E94-7C9175C011C6}"/>
              </a:ext>
            </a:extLst>
          </p:cNvPr>
          <p:cNvSpPr/>
          <p:nvPr/>
        </p:nvSpPr>
        <p:spPr>
          <a:xfrm>
            <a:off x="5960462" y="2646562"/>
            <a:ext cx="478185" cy="295179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mem</a:t>
            </a:r>
            <a:endParaRPr lang="en-SI" sz="1000" dirty="0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199DCED-E4BF-B293-333B-7DA3EE6FC729}"/>
              </a:ext>
            </a:extLst>
          </p:cNvPr>
          <p:cNvSpPr/>
          <p:nvPr/>
        </p:nvSpPr>
        <p:spPr>
          <a:xfrm>
            <a:off x="3257394" y="4015530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64095A8-B492-BDC9-D9BC-C39267F30282}"/>
              </a:ext>
            </a:extLst>
          </p:cNvPr>
          <p:cNvSpPr/>
          <p:nvPr/>
        </p:nvSpPr>
        <p:spPr>
          <a:xfrm>
            <a:off x="6522710" y="4047168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3A146ABC-9532-2C09-A57A-D085FCD98922}"/>
              </a:ext>
            </a:extLst>
          </p:cNvPr>
          <p:cNvSpPr/>
          <p:nvPr/>
        </p:nvSpPr>
        <p:spPr>
          <a:xfrm>
            <a:off x="8574562" y="3173926"/>
            <a:ext cx="950438" cy="417094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prometheus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FA505D6-21F6-44B8-2B4C-4B7C305C93D7}"/>
              </a:ext>
            </a:extLst>
          </p:cNvPr>
          <p:cNvCxnSpPr>
            <a:stCxn id="39" idx="4"/>
            <a:endCxn id="40" idx="3"/>
          </p:cNvCxnSpPr>
          <p:nvPr/>
        </p:nvCxnSpPr>
        <p:spPr>
          <a:xfrm rot="5400000" flipH="1" flipV="1">
            <a:off x="7508915" y="2703328"/>
            <a:ext cx="653173" cy="2428558"/>
          </a:xfrm>
          <a:prstGeom prst="bentConnector3">
            <a:avLst>
              <a:gd name="adj1" fmla="val -34998"/>
            </a:avLst>
          </a:prstGeom>
          <a:ln w="12700"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6E64AE6-8E28-2132-3F43-3C3218004C73}"/>
              </a:ext>
            </a:extLst>
          </p:cNvPr>
          <p:cNvCxnSpPr>
            <a:stCxn id="38" idx="4"/>
          </p:cNvCxnSpPr>
          <p:nvPr/>
        </p:nvCxnSpPr>
        <p:spPr>
          <a:xfrm rot="16200000" flipH="1">
            <a:off x="4856801" y="2711660"/>
            <a:ext cx="259182" cy="3260971"/>
          </a:xfrm>
          <a:prstGeom prst="bentConnector2">
            <a:avLst/>
          </a:prstGeom>
          <a:ln w="12700"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EE980C3-CE58-C807-D730-AC093711F07E}"/>
              </a:ext>
            </a:extLst>
          </p:cNvPr>
          <p:cNvCxnSpPr>
            <a:cxnSpLocks/>
            <a:stCxn id="40" idx="1"/>
            <a:endCxn id="45" idx="2"/>
          </p:cNvCxnSpPr>
          <p:nvPr/>
        </p:nvCxnSpPr>
        <p:spPr>
          <a:xfrm flipV="1">
            <a:off x="9049781" y="2521601"/>
            <a:ext cx="1" cy="65232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42B1581-A7EF-6E46-CCBD-3B63E009E47C}"/>
              </a:ext>
            </a:extLst>
          </p:cNvPr>
          <p:cNvCxnSpPr>
            <a:cxnSpLocks/>
            <a:endCxn id="45" idx="1"/>
          </p:cNvCxnSpPr>
          <p:nvPr/>
        </p:nvCxnSpPr>
        <p:spPr>
          <a:xfrm rot="5400000" flipH="1" flipV="1">
            <a:off x="7158978" y="3052143"/>
            <a:ext cx="2197184" cy="633986"/>
          </a:xfrm>
          <a:prstGeom prst="bentConnector2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ADEE6BC8-7B82-3A00-A614-FB90DE2B9519}"/>
              </a:ext>
            </a:extLst>
          </p:cNvPr>
          <p:cNvSpPr/>
          <p:nvPr/>
        </p:nvSpPr>
        <p:spPr>
          <a:xfrm>
            <a:off x="8574563" y="2019487"/>
            <a:ext cx="950437" cy="5021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admin console</a:t>
            </a:r>
          </a:p>
        </p:txBody>
      </p:sp>
      <p:sp>
        <p:nvSpPr>
          <p:cNvPr id="46" name="Smiley Face 45">
            <a:extLst>
              <a:ext uri="{FF2B5EF4-FFF2-40B4-BE49-F238E27FC236}">
                <a16:creationId xmlns:a16="http://schemas.microsoft.com/office/drawing/2014/main" id="{E4638A21-FB81-A425-5AEC-0E38EF40E349}"/>
              </a:ext>
            </a:extLst>
          </p:cNvPr>
          <p:cNvSpPr/>
          <p:nvPr/>
        </p:nvSpPr>
        <p:spPr>
          <a:xfrm>
            <a:off x="8841420" y="953431"/>
            <a:ext cx="426036" cy="405063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A3F0582-364D-1065-AE3C-25AD620491E1}"/>
              </a:ext>
            </a:extLst>
          </p:cNvPr>
          <p:cNvCxnSpPr>
            <a:cxnSpLocks/>
            <a:stCxn id="46" idx="4"/>
            <a:endCxn id="45" idx="0"/>
          </p:cNvCxnSpPr>
          <p:nvPr/>
        </p:nvCxnSpPr>
        <p:spPr>
          <a:xfrm flipH="1">
            <a:off x="9049782" y="1358494"/>
            <a:ext cx="4656" cy="6609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2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7B65-05D4-A4CC-EB53-40641E2F6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8CB38D-87A2-7678-547D-C4021305D396}"/>
              </a:ext>
            </a:extLst>
          </p:cNvPr>
          <p:cNvSpPr/>
          <p:nvPr/>
        </p:nvSpPr>
        <p:spPr>
          <a:xfrm>
            <a:off x="2484715" y="1694150"/>
            <a:ext cx="1742385" cy="2426620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FABDB7-E075-760A-87B0-00D160686A52}"/>
              </a:ext>
            </a:extLst>
          </p:cNvPr>
          <p:cNvSpPr/>
          <p:nvPr/>
        </p:nvSpPr>
        <p:spPr>
          <a:xfrm>
            <a:off x="2920390" y="2305336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0F1143-C545-5E07-DC33-07D25668AAC6}"/>
              </a:ext>
            </a:extLst>
          </p:cNvPr>
          <p:cNvSpPr/>
          <p:nvPr/>
        </p:nvSpPr>
        <p:spPr>
          <a:xfrm>
            <a:off x="2920390" y="3132609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EC8D5B-E229-6DA6-14EA-EC38F065E512}"/>
              </a:ext>
            </a:extLst>
          </p:cNvPr>
          <p:cNvSpPr/>
          <p:nvPr/>
        </p:nvSpPr>
        <p:spPr>
          <a:xfrm>
            <a:off x="5758401" y="1694150"/>
            <a:ext cx="1742385" cy="2451531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E837A-40F3-3FDD-13E2-6410D2CEED18}"/>
              </a:ext>
            </a:extLst>
          </p:cNvPr>
          <p:cNvSpPr/>
          <p:nvPr/>
        </p:nvSpPr>
        <p:spPr>
          <a:xfrm>
            <a:off x="6194076" y="2305336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BE654-C9BF-0ABE-2E23-DE1D9BFB825B}"/>
              </a:ext>
            </a:extLst>
          </p:cNvPr>
          <p:cNvSpPr/>
          <p:nvPr/>
        </p:nvSpPr>
        <p:spPr>
          <a:xfrm>
            <a:off x="6194076" y="3132609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327DD955-7F89-A6D0-22C9-2BEAA484C4A6}"/>
              </a:ext>
            </a:extLst>
          </p:cNvPr>
          <p:cNvSpPr/>
          <p:nvPr/>
        </p:nvSpPr>
        <p:spPr>
          <a:xfrm>
            <a:off x="4627343" y="3173926"/>
            <a:ext cx="822628" cy="417094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redis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78E43E-C0C2-DD90-C287-AFBDDFC9AE53}"/>
              </a:ext>
            </a:extLst>
          </p:cNvPr>
          <p:cNvCxnSpPr>
            <a:cxnSpLocks/>
            <a:stCxn id="4" idx="3"/>
            <a:endCxn id="11" idx="2"/>
          </p:cNvCxnSpPr>
          <p:nvPr/>
        </p:nvCxnSpPr>
        <p:spPr>
          <a:xfrm flipV="1">
            <a:off x="3765994" y="3382473"/>
            <a:ext cx="861349" cy="1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58ADD8-6253-ED28-1679-DF4241AEAB85}"/>
              </a:ext>
            </a:extLst>
          </p:cNvPr>
          <p:cNvCxnSpPr>
            <a:cxnSpLocks/>
            <a:stCxn id="11" idx="4"/>
            <a:endCxn id="7" idx="1"/>
          </p:cNvCxnSpPr>
          <p:nvPr/>
        </p:nvCxnSpPr>
        <p:spPr>
          <a:xfrm>
            <a:off x="5449971" y="3382473"/>
            <a:ext cx="744105" cy="1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miley Face 13">
            <a:extLst>
              <a:ext uri="{FF2B5EF4-FFF2-40B4-BE49-F238E27FC236}">
                <a16:creationId xmlns:a16="http://schemas.microsoft.com/office/drawing/2014/main" id="{AA38DEBD-D830-1667-9543-EC50588E1554}"/>
              </a:ext>
            </a:extLst>
          </p:cNvPr>
          <p:cNvSpPr/>
          <p:nvPr/>
        </p:nvSpPr>
        <p:spPr>
          <a:xfrm>
            <a:off x="3142889" y="923977"/>
            <a:ext cx="426036" cy="405063"/>
          </a:xfrm>
          <a:prstGeom prst="smileyFac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D94A91-5431-F84B-FC3F-D27158646CD7}"/>
              </a:ext>
            </a:extLst>
          </p:cNvPr>
          <p:cNvCxnSpPr>
            <a:cxnSpLocks/>
            <a:stCxn id="14" idx="4"/>
            <a:endCxn id="2" idx="0"/>
          </p:cNvCxnSpPr>
          <p:nvPr/>
        </p:nvCxnSpPr>
        <p:spPr>
          <a:xfrm>
            <a:off x="3355907" y="1329040"/>
            <a:ext cx="1" cy="365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miley Face 15">
            <a:extLst>
              <a:ext uri="{FF2B5EF4-FFF2-40B4-BE49-F238E27FC236}">
                <a16:creationId xmlns:a16="http://schemas.microsoft.com/office/drawing/2014/main" id="{70EB40B0-0240-D585-6D65-DD54E8A6E134}"/>
              </a:ext>
            </a:extLst>
          </p:cNvPr>
          <p:cNvSpPr/>
          <p:nvPr/>
        </p:nvSpPr>
        <p:spPr>
          <a:xfrm>
            <a:off x="6416576" y="921017"/>
            <a:ext cx="426036" cy="405063"/>
          </a:xfrm>
          <a:prstGeom prst="smileyFac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F1BF81-4463-6EF5-4EBA-F0F8575F49B0}"/>
              </a:ext>
            </a:extLst>
          </p:cNvPr>
          <p:cNvCxnSpPr>
            <a:cxnSpLocks/>
            <a:stCxn id="16" idx="4"/>
            <a:endCxn id="5" idx="0"/>
          </p:cNvCxnSpPr>
          <p:nvPr/>
        </p:nvCxnSpPr>
        <p:spPr>
          <a:xfrm>
            <a:off x="6629594" y="1326080"/>
            <a:ext cx="0" cy="3680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7FDAF9D-A62B-5645-E60E-800EDF921988}"/>
              </a:ext>
            </a:extLst>
          </p:cNvPr>
          <p:cNvSpPr txBox="1"/>
          <p:nvPr/>
        </p:nvSpPr>
        <p:spPr>
          <a:xfrm>
            <a:off x="2888855" y="1694149"/>
            <a:ext cx="9204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/>
              <a:t>playground-a</a:t>
            </a:r>
            <a:endParaRPr lang="en-SI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9A9A19-6CA1-F7F8-A2FF-C232E9599CF3}"/>
              </a:ext>
            </a:extLst>
          </p:cNvPr>
          <p:cNvSpPr txBox="1"/>
          <p:nvPr/>
        </p:nvSpPr>
        <p:spPr>
          <a:xfrm>
            <a:off x="6169256" y="1694149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/>
              <a:t>playground-b</a:t>
            </a:r>
            <a:endParaRPr lang="en-SI" sz="1000" dirty="0"/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74FFBDCA-22A3-AF37-52BC-FAF5F4DA5201}"/>
              </a:ext>
            </a:extLst>
          </p:cNvPr>
          <p:cNvSpPr/>
          <p:nvPr/>
        </p:nvSpPr>
        <p:spPr>
          <a:xfrm>
            <a:off x="2672726" y="2646562"/>
            <a:ext cx="478185" cy="295179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mem</a:t>
            </a:r>
            <a:endParaRPr lang="en-SI" sz="1000" dirty="0">
              <a:solidFill>
                <a:schemeClr val="bg1"/>
              </a:solidFill>
            </a:endParaRPr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A6E184B6-510E-4648-C0E4-A2BCAA70928D}"/>
              </a:ext>
            </a:extLst>
          </p:cNvPr>
          <p:cNvSpPr/>
          <p:nvPr/>
        </p:nvSpPr>
        <p:spPr>
          <a:xfrm>
            <a:off x="5960462" y="2646562"/>
            <a:ext cx="478185" cy="295179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mem</a:t>
            </a:r>
            <a:endParaRPr lang="en-SI" sz="1000" dirty="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5E571D-4191-71D6-3A64-482D0C4DB5C9}"/>
              </a:ext>
            </a:extLst>
          </p:cNvPr>
          <p:cNvSpPr/>
          <p:nvPr/>
        </p:nvSpPr>
        <p:spPr>
          <a:xfrm>
            <a:off x="3257394" y="4015530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DCC6F8-2D56-3B1C-6A27-76F0103D4180}"/>
              </a:ext>
            </a:extLst>
          </p:cNvPr>
          <p:cNvSpPr/>
          <p:nvPr/>
        </p:nvSpPr>
        <p:spPr>
          <a:xfrm>
            <a:off x="6522710" y="4047168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33C3C67B-F22E-6584-4709-1B583DC27035}"/>
              </a:ext>
            </a:extLst>
          </p:cNvPr>
          <p:cNvSpPr/>
          <p:nvPr/>
        </p:nvSpPr>
        <p:spPr>
          <a:xfrm>
            <a:off x="8574562" y="3173926"/>
            <a:ext cx="950438" cy="417094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prometheus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FE32E71-BF9A-A92C-27D8-798B73795957}"/>
              </a:ext>
            </a:extLst>
          </p:cNvPr>
          <p:cNvCxnSpPr>
            <a:stCxn id="9" idx="4"/>
            <a:endCxn id="10" idx="3"/>
          </p:cNvCxnSpPr>
          <p:nvPr/>
        </p:nvCxnSpPr>
        <p:spPr>
          <a:xfrm rot="5400000" flipH="1" flipV="1">
            <a:off x="7508915" y="2703328"/>
            <a:ext cx="653173" cy="2428558"/>
          </a:xfrm>
          <a:prstGeom prst="bentConnector3">
            <a:avLst>
              <a:gd name="adj1" fmla="val -34998"/>
            </a:avLst>
          </a:prstGeom>
          <a:ln w="12700"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3E201AD-7467-DE5E-47DB-B8D845E24F02}"/>
              </a:ext>
            </a:extLst>
          </p:cNvPr>
          <p:cNvCxnSpPr>
            <a:stCxn id="8" idx="4"/>
          </p:cNvCxnSpPr>
          <p:nvPr/>
        </p:nvCxnSpPr>
        <p:spPr>
          <a:xfrm rot="16200000" flipH="1">
            <a:off x="4856801" y="2711660"/>
            <a:ext cx="259182" cy="3260971"/>
          </a:xfrm>
          <a:prstGeom prst="bentConnector2">
            <a:avLst/>
          </a:prstGeom>
          <a:ln w="12700"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642BE9C-527D-6B46-64B8-858D03FA8520}"/>
              </a:ext>
            </a:extLst>
          </p:cNvPr>
          <p:cNvCxnSpPr>
            <a:cxnSpLocks/>
            <a:stCxn id="10" idx="1"/>
            <a:endCxn id="40" idx="2"/>
          </p:cNvCxnSpPr>
          <p:nvPr/>
        </p:nvCxnSpPr>
        <p:spPr>
          <a:xfrm flipV="1">
            <a:off x="9049781" y="2521601"/>
            <a:ext cx="1" cy="65232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A17E99E-2380-4F38-AC88-69D3172ECF95}"/>
              </a:ext>
            </a:extLst>
          </p:cNvPr>
          <p:cNvCxnSpPr>
            <a:cxnSpLocks/>
            <a:endCxn id="40" idx="1"/>
          </p:cNvCxnSpPr>
          <p:nvPr/>
        </p:nvCxnSpPr>
        <p:spPr>
          <a:xfrm rot="5400000" flipH="1" flipV="1">
            <a:off x="7158978" y="3052143"/>
            <a:ext cx="2197184" cy="633986"/>
          </a:xfrm>
          <a:prstGeom prst="bentConnector2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A9120D6-F0CA-1EB5-C68D-C3683D9734BB}"/>
              </a:ext>
            </a:extLst>
          </p:cNvPr>
          <p:cNvSpPr/>
          <p:nvPr/>
        </p:nvSpPr>
        <p:spPr>
          <a:xfrm>
            <a:off x="8574563" y="2019487"/>
            <a:ext cx="950437" cy="5021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admin console</a:t>
            </a:r>
          </a:p>
        </p:txBody>
      </p:sp>
      <p:sp>
        <p:nvSpPr>
          <p:cNvPr id="41" name="Smiley Face 40">
            <a:extLst>
              <a:ext uri="{FF2B5EF4-FFF2-40B4-BE49-F238E27FC236}">
                <a16:creationId xmlns:a16="http://schemas.microsoft.com/office/drawing/2014/main" id="{4C2A27EB-BFB9-EF48-0E32-65ED99A37EAA}"/>
              </a:ext>
            </a:extLst>
          </p:cNvPr>
          <p:cNvSpPr/>
          <p:nvPr/>
        </p:nvSpPr>
        <p:spPr>
          <a:xfrm>
            <a:off x="8841420" y="953431"/>
            <a:ext cx="426036" cy="405063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C309FD5-D876-D146-2853-DB664491A68D}"/>
              </a:ext>
            </a:extLst>
          </p:cNvPr>
          <p:cNvCxnSpPr>
            <a:cxnSpLocks/>
            <a:stCxn id="41" idx="4"/>
            <a:endCxn id="40" idx="0"/>
          </p:cNvCxnSpPr>
          <p:nvPr/>
        </p:nvCxnSpPr>
        <p:spPr>
          <a:xfrm flipH="1">
            <a:off x="9049782" y="1358494"/>
            <a:ext cx="4656" cy="6609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103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1AC26-0B66-A447-CD29-B3E8BB362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D94C6C-E806-C0FE-633E-443C992C1651}"/>
              </a:ext>
            </a:extLst>
          </p:cNvPr>
          <p:cNvSpPr/>
          <p:nvPr/>
        </p:nvSpPr>
        <p:spPr>
          <a:xfrm>
            <a:off x="5758401" y="1694150"/>
            <a:ext cx="1742385" cy="2451531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80AC1-F934-4FC5-8209-3D78D002A763}"/>
              </a:ext>
            </a:extLst>
          </p:cNvPr>
          <p:cNvSpPr/>
          <p:nvPr/>
        </p:nvSpPr>
        <p:spPr>
          <a:xfrm>
            <a:off x="6194076" y="2305336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184A5-741D-A9B7-DA16-2E05058CB57F}"/>
              </a:ext>
            </a:extLst>
          </p:cNvPr>
          <p:cNvSpPr/>
          <p:nvPr/>
        </p:nvSpPr>
        <p:spPr>
          <a:xfrm>
            <a:off x="6194076" y="3132609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4109D8AC-6151-D99F-B83C-C29C6C1AB1DD}"/>
              </a:ext>
            </a:extLst>
          </p:cNvPr>
          <p:cNvSpPr/>
          <p:nvPr/>
        </p:nvSpPr>
        <p:spPr>
          <a:xfrm>
            <a:off x="4627343" y="3173926"/>
            <a:ext cx="822628" cy="417094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redis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3215FF-A2C2-006B-6D8B-101E73FC05B0}"/>
              </a:ext>
            </a:extLst>
          </p:cNvPr>
          <p:cNvCxnSpPr>
            <a:cxnSpLocks/>
            <a:stCxn id="11" idx="4"/>
            <a:endCxn id="7" idx="1"/>
          </p:cNvCxnSpPr>
          <p:nvPr/>
        </p:nvCxnSpPr>
        <p:spPr>
          <a:xfrm>
            <a:off x="5449971" y="3382473"/>
            <a:ext cx="744105" cy="1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miley Face 15">
            <a:extLst>
              <a:ext uri="{FF2B5EF4-FFF2-40B4-BE49-F238E27FC236}">
                <a16:creationId xmlns:a16="http://schemas.microsoft.com/office/drawing/2014/main" id="{3489E3D6-ABAF-C0C5-FED2-5CC838EB2C50}"/>
              </a:ext>
            </a:extLst>
          </p:cNvPr>
          <p:cNvSpPr/>
          <p:nvPr/>
        </p:nvSpPr>
        <p:spPr>
          <a:xfrm>
            <a:off x="6416576" y="921017"/>
            <a:ext cx="426036" cy="405063"/>
          </a:xfrm>
          <a:prstGeom prst="smileyFac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6EDFED-B7F2-AFB0-9BE8-7D09D5341000}"/>
              </a:ext>
            </a:extLst>
          </p:cNvPr>
          <p:cNvCxnSpPr>
            <a:cxnSpLocks/>
            <a:stCxn id="16" idx="4"/>
            <a:endCxn id="5" idx="0"/>
          </p:cNvCxnSpPr>
          <p:nvPr/>
        </p:nvCxnSpPr>
        <p:spPr>
          <a:xfrm>
            <a:off x="6629594" y="1326080"/>
            <a:ext cx="0" cy="3680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FC83E22-E3FE-CE2C-163F-CE5B6BA54E40}"/>
              </a:ext>
            </a:extLst>
          </p:cNvPr>
          <p:cNvSpPr/>
          <p:nvPr/>
        </p:nvSpPr>
        <p:spPr>
          <a:xfrm>
            <a:off x="6522710" y="4047168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40377087-5B50-8929-BC92-380DC0DB5B7E}"/>
              </a:ext>
            </a:extLst>
          </p:cNvPr>
          <p:cNvSpPr/>
          <p:nvPr/>
        </p:nvSpPr>
        <p:spPr>
          <a:xfrm>
            <a:off x="8574562" y="3173926"/>
            <a:ext cx="950438" cy="417094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prometheus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EED213F-9CE7-F658-1B1D-3515D41B43B9}"/>
              </a:ext>
            </a:extLst>
          </p:cNvPr>
          <p:cNvCxnSpPr>
            <a:stCxn id="23" idx="4"/>
            <a:endCxn id="24" idx="3"/>
          </p:cNvCxnSpPr>
          <p:nvPr/>
        </p:nvCxnSpPr>
        <p:spPr>
          <a:xfrm rot="5400000" flipH="1" flipV="1">
            <a:off x="7508915" y="2703328"/>
            <a:ext cx="653173" cy="2428558"/>
          </a:xfrm>
          <a:prstGeom prst="bentConnector3">
            <a:avLst>
              <a:gd name="adj1" fmla="val -34998"/>
            </a:avLst>
          </a:prstGeom>
          <a:ln w="12700"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C0BA7C4-D3A4-19FE-2439-3B0602759FDD}"/>
              </a:ext>
            </a:extLst>
          </p:cNvPr>
          <p:cNvCxnSpPr>
            <a:cxnSpLocks/>
            <a:stCxn id="24" idx="1"/>
            <a:endCxn id="29" idx="2"/>
          </p:cNvCxnSpPr>
          <p:nvPr/>
        </p:nvCxnSpPr>
        <p:spPr>
          <a:xfrm flipV="1">
            <a:off x="9049781" y="2521601"/>
            <a:ext cx="1" cy="65232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64BE8FB-BA8C-332A-28EE-411F302AB097}"/>
              </a:ext>
            </a:extLst>
          </p:cNvPr>
          <p:cNvCxnSpPr>
            <a:cxnSpLocks/>
            <a:endCxn id="29" idx="1"/>
          </p:cNvCxnSpPr>
          <p:nvPr/>
        </p:nvCxnSpPr>
        <p:spPr>
          <a:xfrm rot="5400000" flipH="1" flipV="1">
            <a:off x="7158978" y="3052143"/>
            <a:ext cx="2197184" cy="633986"/>
          </a:xfrm>
          <a:prstGeom prst="bentConnector2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0036A7D-832F-080D-144E-361C698646FB}"/>
              </a:ext>
            </a:extLst>
          </p:cNvPr>
          <p:cNvSpPr/>
          <p:nvPr/>
        </p:nvSpPr>
        <p:spPr>
          <a:xfrm>
            <a:off x="8574563" y="2019487"/>
            <a:ext cx="950437" cy="5021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admin console</a:t>
            </a:r>
          </a:p>
        </p:txBody>
      </p:sp>
      <p:sp>
        <p:nvSpPr>
          <p:cNvPr id="30" name="Smiley Face 29">
            <a:extLst>
              <a:ext uri="{FF2B5EF4-FFF2-40B4-BE49-F238E27FC236}">
                <a16:creationId xmlns:a16="http://schemas.microsoft.com/office/drawing/2014/main" id="{BF0C4B41-2827-64EB-FC06-16AF261852A4}"/>
              </a:ext>
            </a:extLst>
          </p:cNvPr>
          <p:cNvSpPr/>
          <p:nvPr/>
        </p:nvSpPr>
        <p:spPr>
          <a:xfrm>
            <a:off x="8841420" y="953431"/>
            <a:ext cx="426036" cy="405063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62B0B2-52B1-1BFB-7CA0-AD91D7E5E908}"/>
              </a:ext>
            </a:extLst>
          </p:cNvPr>
          <p:cNvCxnSpPr>
            <a:cxnSpLocks/>
            <a:stCxn id="30" idx="4"/>
            <a:endCxn id="29" idx="0"/>
          </p:cNvCxnSpPr>
          <p:nvPr/>
        </p:nvCxnSpPr>
        <p:spPr>
          <a:xfrm flipH="1">
            <a:off x="9049782" y="1358494"/>
            <a:ext cx="4656" cy="6609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47D6C7F-1F48-E974-C638-86E03BF6B81C}"/>
              </a:ext>
            </a:extLst>
          </p:cNvPr>
          <p:cNvSpPr txBox="1"/>
          <p:nvPr/>
        </p:nvSpPr>
        <p:spPr>
          <a:xfrm>
            <a:off x="6226964" y="1694149"/>
            <a:ext cx="8082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/>
              <a:t>playground</a:t>
            </a:r>
            <a:endParaRPr lang="en-SI" sz="1000" dirty="0"/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C1959B90-0A84-30C3-16FC-FF46C1F4E277}"/>
              </a:ext>
            </a:extLst>
          </p:cNvPr>
          <p:cNvSpPr/>
          <p:nvPr/>
        </p:nvSpPr>
        <p:spPr>
          <a:xfrm>
            <a:off x="5960462" y="2646562"/>
            <a:ext cx="478185" cy="295179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mem</a:t>
            </a:r>
            <a:endParaRPr lang="en-SI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46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3E3D4-1172-FD69-B571-ADDD1AD6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C44742-AB75-8BC3-A61C-C1931343BC64}"/>
              </a:ext>
            </a:extLst>
          </p:cNvPr>
          <p:cNvSpPr/>
          <p:nvPr/>
        </p:nvSpPr>
        <p:spPr>
          <a:xfrm>
            <a:off x="5758401" y="1694150"/>
            <a:ext cx="1742385" cy="2451531"/>
          </a:xfrm>
          <a:prstGeom prst="rect">
            <a:avLst/>
          </a:prstGeom>
          <a:solidFill>
            <a:srgbClr val="89D8F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D2B39-ABFD-F036-963A-466663DA4006}"/>
              </a:ext>
            </a:extLst>
          </p:cNvPr>
          <p:cNvSpPr/>
          <p:nvPr/>
        </p:nvSpPr>
        <p:spPr>
          <a:xfrm>
            <a:off x="6194076" y="2305336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DD39A7-CBEE-18C9-75EE-D5D44C5DCF1D}"/>
              </a:ext>
            </a:extLst>
          </p:cNvPr>
          <p:cNvSpPr/>
          <p:nvPr/>
        </p:nvSpPr>
        <p:spPr>
          <a:xfrm>
            <a:off x="6194076" y="3132609"/>
            <a:ext cx="845604" cy="5021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</a:t>
            </a:r>
          </a:p>
        </p:txBody>
      </p:sp>
      <p:sp>
        <p:nvSpPr>
          <p:cNvPr id="16" name="Smiley Face 15">
            <a:extLst>
              <a:ext uri="{FF2B5EF4-FFF2-40B4-BE49-F238E27FC236}">
                <a16:creationId xmlns:a16="http://schemas.microsoft.com/office/drawing/2014/main" id="{E893D247-5D32-2284-BED6-962F3AF44BF6}"/>
              </a:ext>
            </a:extLst>
          </p:cNvPr>
          <p:cNvSpPr/>
          <p:nvPr/>
        </p:nvSpPr>
        <p:spPr>
          <a:xfrm>
            <a:off x="6416576" y="921017"/>
            <a:ext cx="426036" cy="405063"/>
          </a:xfrm>
          <a:prstGeom prst="smileyFac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EEF052-055F-4C77-171D-0977958760A2}"/>
              </a:ext>
            </a:extLst>
          </p:cNvPr>
          <p:cNvCxnSpPr>
            <a:cxnSpLocks/>
            <a:stCxn id="16" idx="4"/>
            <a:endCxn id="5" idx="0"/>
          </p:cNvCxnSpPr>
          <p:nvPr/>
        </p:nvCxnSpPr>
        <p:spPr>
          <a:xfrm>
            <a:off x="6629594" y="1326080"/>
            <a:ext cx="0" cy="3680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9511ACD-8604-07C4-D067-5C80E7B2B50E}"/>
              </a:ext>
            </a:extLst>
          </p:cNvPr>
          <p:cNvSpPr txBox="1"/>
          <p:nvPr/>
        </p:nvSpPr>
        <p:spPr>
          <a:xfrm>
            <a:off x="6226964" y="1694149"/>
            <a:ext cx="8082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/>
              <a:t>playground</a:t>
            </a:r>
            <a:endParaRPr lang="en-SI" sz="1000" dirty="0"/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6B26E5B1-259F-115D-3F4B-F0F4415E5A20}"/>
              </a:ext>
            </a:extLst>
          </p:cNvPr>
          <p:cNvSpPr/>
          <p:nvPr/>
        </p:nvSpPr>
        <p:spPr>
          <a:xfrm>
            <a:off x="5960462" y="2646562"/>
            <a:ext cx="478185" cy="295179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mem</a:t>
            </a:r>
            <a:endParaRPr lang="en-SI" sz="1000" dirty="0">
              <a:solidFill>
                <a:schemeClr val="bg1"/>
              </a:solidFill>
            </a:endParaRP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CBEE32C7-771F-7D4E-F99B-19BD58E75C57}"/>
              </a:ext>
            </a:extLst>
          </p:cNvPr>
          <p:cNvSpPr/>
          <p:nvPr/>
        </p:nvSpPr>
        <p:spPr>
          <a:xfrm>
            <a:off x="5954982" y="3487133"/>
            <a:ext cx="478185" cy="295179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mem</a:t>
            </a:r>
            <a:endParaRPr lang="en-SI" sz="1000" dirty="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81E58D-511D-2237-84C0-DB7920EC7D82}"/>
              </a:ext>
            </a:extLst>
          </p:cNvPr>
          <p:cNvSpPr/>
          <p:nvPr/>
        </p:nvSpPr>
        <p:spPr>
          <a:xfrm>
            <a:off x="6522710" y="4047168"/>
            <a:ext cx="197025" cy="197025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3B57E753-18A8-6D79-EB3A-39555B5DB234}"/>
              </a:ext>
            </a:extLst>
          </p:cNvPr>
          <p:cNvSpPr/>
          <p:nvPr/>
        </p:nvSpPr>
        <p:spPr>
          <a:xfrm>
            <a:off x="8574562" y="3173926"/>
            <a:ext cx="950438" cy="417094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err="1">
                <a:solidFill>
                  <a:schemeClr val="bg1"/>
                </a:solidFill>
              </a:rPr>
              <a:t>prometheus</a:t>
            </a:r>
            <a:endParaRPr lang="en-SI" sz="1000" dirty="0">
              <a:solidFill>
                <a:schemeClr val="bg1"/>
              </a:solidFill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7C759CB-28AB-B586-6CE8-8AEFE49B8EAF}"/>
              </a:ext>
            </a:extLst>
          </p:cNvPr>
          <p:cNvCxnSpPr>
            <a:stCxn id="8" idx="4"/>
            <a:endCxn id="9" idx="3"/>
          </p:cNvCxnSpPr>
          <p:nvPr/>
        </p:nvCxnSpPr>
        <p:spPr>
          <a:xfrm rot="5400000" flipH="1" flipV="1">
            <a:off x="7508915" y="2703328"/>
            <a:ext cx="653173" cy="2428558"/>
          </a:xfrm>
          <a:prstGeom prst="bentConnector3">
            <a:avLst>
              <a:gd name="adj1" fmla="val -34998"/>
            </a:avLst>
          </a:prstGeom>
          <a:ln w="12700"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415B4A-94E5-AC60-3563-E6E2B1357B1E}"/>
              </a:ext>
            </a:extLst>
          </p:cNvPr>
          <p:cNvCxnSpPr>
            <a:cxnSpLocks/>
            <a:stCxn id="9" idx="1"/>
            <a:endCxn id="15" idx="2"/>
          </p:cNvCxnSpPr>
          <p:nvPr/>
        </p:nvCxnSpPr>
        <p:spPr>
          <a:xfrm flipV="1">
            <a:off x="9049781" y="2521601"/>
            <a:ext cx="1" cy="65232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1A220F7-971D-40F6-9676-D37BE9534734}"/>
              </a:ext>
            </a:extLst>
          </p:cNvPr>
          <p:cNvCxnSpPr>
            <a:cxnSpLocks/>
            <a:endCxn id="15" idx="1"/>
          </p:cNvCxnSpPr>
          <p:nvPr/>
        </p:nvCxnSpPr>
        <p:spPr>
          <a:xfrm rot="5400000" flipH="1" flipV="1">
            <a:off x="7158978" y="3052143"/>
            <a:ext cx="2197184" cy="633986"/>
          </a:xfrm>
          <a:prstGeom prst="bentConnector2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268F6E5-A1E8-F12E-D9B0-96FA96E6F1F7}"/>
              </a:ext>
            </a:extLst>
          </p:cNvPr>
          <p:cNvSpPr/>
          <p:nvPr/>
        </p:nvSpPr>
        <p:spPr>
          <a:xfrm>
            <a:off x="8574563" y="2019487"/>
            <a:ext cx="950437" cy="5021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admin console</a:t>
            </a:r>
          </a:p>
        </p:txBody>
      </p:sp>
      <p:sp>
        <p:nvSpPr>
          <p:cNvPr id="18" name="Smiley Face 17">
            <a:extLst>
              <a:ext uri="{FF2B5EF4-FFF2-40B4-BE49-F238E27FC236}">
                <a16:creationId xmlns:a16="http://schemas.microsoft.com/office/drawing/2014/main" id="{2C5CD993-EBE3-870B-1D40-6E8773B69417}"/>
              </a:ext>
            </a:extLst>
          </p:cNvPr>
          <p:cNvSpPr/>
          <p:nvPr/>
        </p:nvSpPr>
        <p:spPr>
          <a:xfrm>
            <a:off x="8841420" y="953431"/>
            <a:ext cx="426036" cy="405063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47213B-F570-A59A-DD70-0AFF5B4169A2}"/>
              </a:ext>
            </a:extLst>
          </p:cNvPr>
          <p:cNvCxnSpPr>
            <a:cxnSpLocks/>
            <a:stCxn id="18" idx="4"/>
            <a:endCxn id="15" idx="0"/>
          </p:cNvCxnSpPr>
          <p:nvPr/>
        </p:nvCxnSpPr>
        <p:spPr>
          <a:xfrm flipH="1">
            <a:off x="9049782" y="1358494"/>
            <a:ext cx="4656" cy="6609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90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100</Words>
  <Application>Microsoft Office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Bradley Hand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 Marinsek</dc:creator>
  <cp:lastModifiedBy>Ales Marinsek</cp:lastModifiedBy>
  <cp:revision>12</cp:revision>
  <dcterms:created xsi:type="dcterms:W3CDTF">2026-08-11T06:46:28Z</dcterms:created>
  <dcterms:modified xsi:type="dcterms:W3CDTF">2026-08-16T08:44:48Z</dcterms:modified>
</cp:coreProperties>
</file>