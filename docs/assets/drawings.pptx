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D8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9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29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C30E4-EEC5-1F04-D8F6-CBA39F4173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6BB58-4459-6FFD-99E7-47719C7D94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5833D-C370-3E1F-4ECF-F29813D37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83184-7261-D118-D857-5A5475C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E3AB6-53C1-C933-761F-73A004200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495941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061E0-AECF-6ED1-E274-71B1371AB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B8A0F-B057-2F8A-7714-CD082A31F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7E21-CF3A-AB24-21B2-79009897B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159E9-DC78-5D7F-2A37-458C52893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DC9EC-14DC-8B15-8ECF-A0CA5A578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585013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B9008-3C01-DCC3-4592-53A9FAF71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C3017D-6B4F-459C-FE55-3097F9699C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73C519-94F3-6F03-B140-B35FFBECE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3E83E-D14A-5FE9-44A4-7A5695A2C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80553-28F3-38E9-E59D-69314FD07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526162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21DD9-7286-A0D5-5D27-D16AA2D4A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E2FE0-E727-B01A-D034-4D4FC1BD72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8B9A72-E1AD-A6A8-94CD-52C650E157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AEEAD7-CE02-EAC8-A091-EAC1E2E7A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42F7B6-D141-C60B-4A37-3748C7001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CCC81-7821-6AFB-8B67-CB28C569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492269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9142-6A7D-C3A8-DF8B-5D2E40600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3BF9B-440D-D0FF-B399-5876F47856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7C214D-5FFF-A12B-FE68-C0921C7CC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949939-5F3F-DA77-C4FF-47E5E27E86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6BF2F-6663-27DA-5684-639A71973C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75D1B5-231A-7CA8-1B36-70A478FE6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D4EDA1-CACA-3872-6E88-BD3567C3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AD10B9-0C83-1C05-8015-C0C294072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2683650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F9CC-811E-7212-8728-C41F86221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B61C8-DA8D-7A76-B67C-D441C9734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AD643-A4A7-2E54-7AB3-85AAF2201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471D5-638E-D11C-7A4A-2BE999712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235555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7D6E07-3EA5-2D88-11F2-A6D4CADC3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80CDF-8A96-AE81-30E5-CBCED3630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42331E-6B5B-B010-1615-596CDDA5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220856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7AC31-CC81-D762-232D-3D47AF9CD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DBC04-BC7B-38A9-E9B0-BD1B0D40E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8FB693-4154-9DE0-5894-097BB7B5C6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45EEC-D628-9D3A-74F3-A9576A161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16BF7-15C6-B2D3-95E3-228A5645C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D98566-1525-5ADD-502A-E772E6DE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846592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9FD0B-64B4-C886-2F7C-0B3F372E4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BF36C8-0A14-0AB0-165E-C452B0114E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2DB29C-C973-9753-3532-097F1839FD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E4C20-0BD7-1159-7B80-BB75E0E16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E8D60F-BCA7-50B1-0FCC-E4C608F94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68CD19-75CF-CC13-7CB6-9E80341A3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579246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7EC4-E4D5-0599-343F-996072F3D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678967-0C54-95B2-E658-73433DA031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87E62-5321-3806-578E-B3067C053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2487B-FDB3-DB96-9B75-410B57A3B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D61DDA-7D26-34C2-AEDC-CD5346226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70560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8A5D4B-3EA8-42EC-9532-3756BBF59C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7C8BD7-BF53-8F4A-09CF-289CF99DE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7D42B-3BF5-BDB3-8E57-31DD495E5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D429B-05E3-157C-3254-1BADF7658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F7F7D-1557-2E96-6C49-1DB713D38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3608719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0F7D81-A762-D4B7-572A-D3EF84A1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9EA1-70A5-4949-C023-48E5CAD9A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08E85-E685-3CC8-A18F-786BF8C9E0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193AE-FE47-4820-8C27-F7A3B3C7D463}" type="datetimeFigureOut">
              <a:rPr lang="en-SI" smtClean="0"/>
              <a:t>11/08/2026</a:t>
            </a:fld>
            <a:endParaRPr lang="en-S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9F8D6-531D-2192-07B8-532D9D8BA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8544E-3926-4F61-4AD3-4A8ED13D4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6DBB39-6C4A-4F01-9990-ED693F9D03AC}" type="slidenum">
              <a:rPr lang="en-SI" smtClean="0"/>
              <a:t>‹#›</a:t>
            </a:fld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73118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75">
            <a:extLst>
              <a:ext uri="{FF2B5EF4-FFF2-40B4-BE49-F238E27FC236}">
                <a16:creationId xmlns:a16="http://schemas.microsoft.com/office/drawing/2014/main" id="{FB925C61-A674-4799-119D-3A4E1B9E6FA5}"/>
              </a:ext>
            </a:extLst>
          </p:cNvPr>
          <p:cNvSpPr/>
          <p:nvPr/>
        </p:nvSpPr>
        <p:spPr>
          <a:xfrm>
            <a:off x="4899658" y="916199"/>
            <a:ext cx="4833889" cy="1932849"/>
          </a:xfrm>
          <a:prstGeom prst="rect">
            <a:avLst/>
          </a:prstGeom>
          <a:solidFill>
            <a:srgbClr val="89D8F7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5B6AB141-4606-9E08-36B0-CA47ECE5CEBC}"/>
              </a:ext>
            </a:extLst>
          </p:cNvPr>
          <p:cNvSpPr/>
          <p:nvPr/>
        </p:nvSpPr>
        <p:spPr>
          <a:xfrm>
            <a:off x="1943509" y="916199"/>
            <a:ext cx="2622235" cy="1932849"/>
          </a:xfrm>
          <a:prstGeom prst="rect">
            <a:avLst/>
          </a:prstGeom>
          <a:solidFill>
            <a:srgbClr val="89D8F7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C7C26D-9597-D616-8261-9D814E26C9A4}"/>
              </a:ext>
            </a:extLst>
          </p:cNvPr>
          <p:cNvSpPr/>
          <p:nvPr/>
        </p:nvSpPr>
        <p:spPr>
          <a:xfrm>
            <a:off x="2125834" y="1202328"/>
            <a:ext cx="845604" cy="3729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Request</a:t>
            </a:r>
            <a:endParaRPr lang="en-SI" sz="1000" dirty="0"/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579C94F4-71F3-5771-3D08-8F178143C20C}"/>
              </a:ext>
            </a:extLst>
          </p:cNvPr>
          <p:cNvSpPr/>
          <p:nvPr/>
        </p:nvSpPr>
        <p:spPr>
          <a:xfrm>
            <a:off x="3350811" y="1106073"/>
            <a:ext cx="593558" cy="583062"/>
          </a:xfrm>
          <a:prstGeom prst="diamond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 sz="12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6028C28-342B-0B64-7BD6-1B620301DEE3}"/>
              </a:ext>
            </a:extLst>
          </p:cNvPr>
          <p:cNvCxnSpPr>
            <a:cxnSpLocks/>
            <a:stCxn id="33" idx="3"/>
            <a:endCxn id="34" idx="1"/>
          </p:cNvCxnSpPr>
          <p:nvPr/>
        </p:nvCxnSpPr>
        <p:spPr>
          <a:xfrm>
            <a:off x="2971438" y="1388817"/>
            <a:ext cx="379373" cy="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53E8CF1-0690-BACD-E745-0F3A368E0FE5}"/>
              </a:ext>
            </a:extLst>
          </p:cNvPr>
          <p:cNvSpPr txBox="1"/>
          <p:nvPr/>
        </p:nvSpPr>
        <p:spPr>
          <a:xfrm>
            <a:off x="3313676" y="1570526"/>
            <a:ext cx="372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yes</a:t>
            </a:r>
            <a:endParaRPr lang="en-SI" sz="1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3984F55-4346-0FCB-DF66-6A7C92C960B2}"/>
              </a:ext>
            </a:extLst>
          </p:cNvPr>
          <p:cNvSpPr txBox="1"/>
          <p:nvPr/>
        </p:nvSpPr>
        <p:spPr>
          <a:xfrm>
            <a:off x="3451864" y="1197549"/>
            <a:ext cx="391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CC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hit?</a:t>
            </a:r>
            <a:endParaRPr lang="en-SI" sz="1000" dirty="0">
              <a:solidFill>
                <a:schemeClr val="bg1"/>
              </a:solidFill>
            </a:endParaRPr>
          </a:p>
        </p:txBody>
      </p:sp>
      <p:sp>
        <p:nvSpPr>
          <p:cNvPr id="58" name="Diamond 57">
            <a:extLst>
              <a:ext uri="{FF2B5EF4-FFF2-40B4-BE49-F238E27FC236}">
                <a16:creationId xmlns:a16="http://schemas.microsoft.com/office/drawing/2014/main" id="{38625766-A9F4-C5E7-BD44-F56F2E7B121E}"/>
              </a:ext>
            </a:extLst>
          </p:cNvPr>
          <p:cNvSpPr/>
          <p:nvPr/>
        </p:nvSpPr>
        <p:spPr>
          <a:xfrm>
            <a:off x="5179814" y="1106073"/>
            <a:ext cx="593558" cy="583062"/>
          </a:xfrm>
          <a:prstGeom prst="diamond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 sz="12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ADC302-D290-03F4-D95D-10BAB1E993EE}"/>
              </a:ext>
            </a:extLst>
          </p:cNvPr>
          <p:cNvSpPr txBox="1"/>
          <p:nvPr/>
        </p:nvSpPr>
        <p:spPr>
          <a:xfrm>
            <a:off x="5280867" y="1197549"/>
            <a:ext cx="391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OC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hit?</a:t>
            </a:r>
            <a:endParaRPr lang="en-SI" sz="1000" dirty="0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3A1F351-3971-C2D3-DD93-3A35903D1B81}"/>
              </a:ext>
            </a:extLst>
          </p:cNvPr>
          <p:cNvCxnSpPr>
            <a:cxnSpLocks/>
            <a:stCxn id="34" idx="3"/>
            <a:endCxn id="58" idx="1"/>
          </p:cNvCxnSpPr>
          <p:nvPr/>
        </p:nvCxnSpPr>
        <p:spPr>
          <a:xfrm>
            <a:off x="3944369" y="1397604"/>
            <a:ext cx="12354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iamond 70">
            <a:extLst>
              <a:ext uri="{FF2B5EF4-FFF2-40B4-BE49-F238E27FC236}">
                <a16:creationId xmlns:a16="http://schemas.microsoft.com/office/drawing/2014/main" id="{4218AEAC-99AC-B2EB-DB9E-A602B1CC9729}"/>
              </a:ext>
            </a:extLst>
          </p:cNvPr>
          <p:cNvSpPr/>
          <p:nvPr/>
        </p:nvSpPr>
        <p:spPr>
          <a:xfrm>
            <a:off x="6378356" y="1090563"/>
            <a:ext cx="593558" cy="583062"/>
          </a:xfrm>
          <a:prstGeom prst="diamond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 sz="1200" dirty="0">
              <a:solidFill>
                <a:schemeClr val="tx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AD83AC-1A7E-19BF-B5B7-2E4AE2B4DC75}"/>
              </a:ext>
            </a:extLst>
          </p:cNvPr>
          <p:cNvSpPr txBox="1"/>
          <p:nvPr/>
        </p:nvSpPr>
        <p:spPr>
          <a:xfrm>
            <a:off x="6479409" y="1182039"/>
            <a:ext cx="391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L1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hit?</a:t>
            </a:r>
            <a:endParaRPr lang="en-SI" sz="1000" dirty="0">
              <a:solidFill>
                <a:schemeClr val="bg1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F16332B-460D-779B-DA08-AFED4F7A81D5}"/>
              </a:ext>
            </a:extLst>
          </p:cNvPr>
          <p:cNvCxnSpPr>
            <a:cxnSpLocks/>
            <a:stCxn id="58" idx="3"/>
            <a:endCxn id="71" idx="1"/>
          </p:cNvCxnSpPr>
          <p:nvPr/>
        </p:nvCxnSpPr>
        <p:spPr>
          <a:xfrm flipV="1">
            <a:off x="5773372" y="1382094"/>
            <a:ext cx="604984" cy="155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8E9B481-26B6-EC73-0745-72FCD81B3967}"/>
              </a:ext>
            </a:extLst>
          </p:cNvPr>
          <p:cNvSpPr/>
          <p:nvPr/>
        </p:nvSpPr>
        <p:spPr>
          <a:xfrm>
            <a:off x="3224788" y="2211743"/>
            <a:ext cx="845604" cy="3729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Populate CC</a:t>
            </a:r>
            <a:endParaRPr lang="en-SI" sz="10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E87EFD6-A071-4DAE-A6DF-81AD9F5EA58E}"/>
              </a:ext>
            </a:extLst>
          </p:cNvPr>
          <p:cNvSpPr/>
          <p:nvPr/>
        </p:nvSpPr>
        <p:spPr>
          <a:xfrm>
            <a:off x="3549077" y="1835709"/>
            <a:ext cx="197025" cy="197025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E09F51B-0C47-B552-9083-915B8289A16D}"/>
              </a:ext>
            </a:extLst>
          </p:cNvPr>
          <p:cNvCxnSpPr>
            <a:stCxn id="34" idx="2"/>
            <a:endCxn id="88" idx="0"/>
          </p:cNvCxnSpPr>
          <p:nvPr/>
        </p:nvCxnSpPr>
        <p:spPr>
          <a:xfrm>
            <a:off x="3647590" y="1689135"/>
            <a:ext cx="0" cy="146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015BE76-5B4F-57E9-6B1F-DFCF39E7504B}"/>
              </a:ext>
            </a:extLst>
          </p:cNvPr>
          <p:cNvCxnSpPr>
            <a:cxnSpLocks/>
            <a:stCxn id="88" idx="2"/>
            <a:endCxn id="169" idx="3"/>
          </p:cNvCxnSpPr>
          <p:nvPr/>
        </p:nvCxnSpPr>
        <p:spPr>
          <a:xfrm flipH="1" flipV="1">
            <a:off x="2970362" y="1934219"/>
            <a:ext cx="578715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A7B4A9FD-60FA-F6A4-99EE-5CE1A9A88A4D}"/>
              </a:ext>
            </a:extLst>
          </p:cNvPr>
          <p:cNvCxnSpPr>
            <a:cxnSpLocks/>
            <a:stCxn id="82" idx="0"/>
            <a:endCxn id="88" idx="4"/>
          </p:cNvCxnSpPr>
          <p:nvPr/>
        </p:nvCxnSpPr>
        <p:spPr>
          <a:xfrm flipV="1">
            <a:off x="3647590" y="2032734"/>
            <a:ext cx="0" cy="179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1F61CA56-C1AC-7A55-EB2C-D1838A02AB37}"/>
              </a:ext>
            </a:extLst>
          </p:cNvPr>
          <p:cNvSpPr/>
          <p:nvPr/>
        </p:nvSpPr>
        <p:spPr>
          <a:xfrm>
            <a:off x="5378080" y="1835708"/>
            <a:ext cx="197025" cy="197025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99298615-4EDE-8D9F-8471-E41706B0F946}"/>
              </a:ext>
            </a:extLst>
          </p:cNvPr>
          <p:cNvCxnSpPr>
            <a:stCxn id="98" idx="2"/>
            <a:endCxn id="82" idx="3"/>
          </p:cNvCxnSpPr>
          <p:nvPr/>
        </p:nvCxnSpPr>
        <p:spPr>
          <a:xfrm rot="10800000" flipV="1">
            <a:off x="4070392" y="1934220"/>
            <a:ext cx="1307688" cy="46401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CE66C1E-1992-80C9-3C36-22FAE68B02B3}"/>
              </a:ext>
            </a:extLst>
          </p:cNvPr>
          <p:cNvCxnSpPr>
            <a:cxnSpLocks/>
            <a:stCxn id="58" idx="2"/>
            <a:endCxn id="98" idx="0"/>
          </p:cNvCxnSpPr>
          <p:nvPr/>
        </p:nvCxnSpPr>
        <p:spPr>
          <a:xfrm>
            <a:off x="5476593" y="1689135"/>
            <a:ext cx="0" cy="146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77A41C0-C963-0EE4-7E82-2334DC37F90D}"/>
              </a:ext>
            </a:extLst>
          </p:cNvPr>
          <p:cNvSpPr/>
          <p:nvPr/>
        </p:nvSpPr>
        <p:spPr>
          <a:xfrm>
            <a:off x="5053791" y="2211743"/>
            <a:ext cx="845604" cy="3729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Populate OC</a:t>
            </a:r>
            <a:endParaRPr lang="en-SI" sz="1000" dirty="0"/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B81A76BD-B04A-FF3D-74E0-574E01EAEAAD}"/>
              </a:ext>
            </a:extLst>
          </p:cNvPr>
          <p:cNvCxnSpPr>
            <a:cxnSpLocks/>
            <a:stCxn id="105" idx="0"/>
            <a:endCxn id="98" idx="4"/>
          </p:cNvCxnSpPr>
          <p:nvPr/>
        </p:nvCxnSpPr>
        <p:spPr>
          <a:xfrm flipV="1">
            <a:off x="5476593" y="2032733"/>
            <a:ext cx="0" cy="179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>
            <a:extLst>
              <a:ext uri="{FF2B5EF4-FFF2-40B4-BE49-F238E27FC236}">
                <a16:creationId xmlns:a16="http://schemas.microsoft.com/office/drawing/2014/main" id="{A6245E27-67AF-B253-C064-CD4FD654F764}"/>
              </a:ext>
            </a:extLst>
          </p:cNvPr>
          <p:cNvSpPr/>
          <p:nvPr/>
        </p:nvSpPr>
        <p:spPr>
          <a:xfrm>
            <a:off x="6576622" y="1835707"/>
            <a:ext cx="197025" cy="197025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FFEA105-49C8-ECFF-AC4E-4275EB7676FE}"/>
              </a:ext>
            </a:extLst>
          </p:cNvPr>
          <p:cNvCxnSpPr>
            <a:cxnSpLocks/>
            <a:stCxn id="71" idx="2"/>
            <a:endCxn id="110" idx="0"/>
          </p:cNvCxnSpPr>
          <p:nvPr/>
        </p:nvCxnSpPr>
        <p:spPr>
          <a:xfrm>
            <a:off x="6675135" y="1673625"/>
            <a:ext cx="0" cy="1620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7F3E0D7-A2D8-BFE0-C786-099C612CA409}"/>
              </a:ext>
            </a:extLst>
          </p:cNvPr>
          <p:cNvSpPr/>
          <p:nvPr/>
        </p:nvSpPr>
        <p:spPr>
          <a:xfrm>
            <a:off x="6252332" y="2211743"/>
            <a:ext cx="845604" cy="3729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Populate</a:t>
            </a:r>
            <a:br>
              <a:rPr lang="en-US" sz="1000" dirty="0"/>
            </a:br>
            <a:r>
              <a:rPr lang="en-US" sz="1000" dirty="0"/>
              <a:t>L1</a:t>
            </a:r>
            <a:endParaRPr lang="en-SI" sz="1000" dirty="0"/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74DA5D00-49DA-4D99-07C1-F01910BFC935}"/>
              </a:ext>
            </a:extLst>
          </p:cNvPr>
          <p:cNvCxnSpPr>
            <a:cxnSpLocks/>
            <a:stCxn id="116" idx="0"/>
            <a:endCxn id="110" idx="4"/>
          </p:cNvCxnSpPr>
          <p:nvPr/>
        </p:nvCxnSpPr>
        <p:spPr>
          <a:xfrm flipV="1">
            <a:off x="6675134" y="2032732"/>
            <a:ext cx="1" cy="179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48682F9A-BBFA-78C4-FB7B-7AABCA3D8B42}"/>
              </a:ext>
            </a:extLst>
          </p:cNvPr>
          <p:cNvCxnSpPr>
            <a:cxnSpLocks/>
            <a:stCxn id="110" idx="2"/>
            <a:endCxn id="105" idx="3"/>
          </p:cNvCxnSpPr>
          <p:nvPr/>
        </p:nvCxnSpPr>
        <p:spPr>
          <a:xfrm rot="10800000" flipV="1">
            <a:off x="5899396" y="1934220"/>
            <a:ext cx="677227" cy="464012"/>
          </a:xfrm>
          <a:prstGeom prst="bentConnector3">
            <a:avLst>
              <a:gd name="adj1" fmla="val 6895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Diamond 122">
            <a:extLst>
              <a:ext uri="{FF2B5EF4-FFF2-40B4-BE49-F238E27FC236}">
                <a16:creationId xmlns:a16="http://schemas.microsoft.com/office/drawing/2014/main" id="{F5F57E7D-CA07-FCAC-ACC7-76F1DE1F4453}"/>
              </a:ext>
            </a:extLst>
          </p:cNvPr>
          <p:cNvSpPr/>
          <p:nvPr/>
        </p:nvSpPr>
        <p:spPr>
          <a:xfrm>
            <a:off x="7552129" y="1090563"/>
            <a:ext cx="593558" cy="583062"/>
          </a:xfrm>
          <a:prstGeom prst="diamond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 sz="1200" dirty="0">
              <a:solidFill>
                <a:schemeClr val="tx1"/>
              </a:solidFill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4922889-81B6-7B81-E673-9BFA0DE0582E}"/>
              </a:ext>
            </a:extLst>
          </p:cNvPr>
          <p:cNvSpPr txBox="1"/>
          <p:nvPr/>
        </p:nvSpPr>
        <p:spPr>
          <a:xfrm>
            <a:off x="7653182" y="1182039"/>
            <a:ext cx="391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L2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hit?</a:t>
            </a:r>
            <a:endParaRPr lang="en-SI" sz="1000" dirty="0">
              <a:solidFill>
                <a:schemeClr val="bg1"/>
              </a:solidFill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B0E102A5-9D45-2372-387A-707CE703A0D0}"/>
              </a:ext>
            </a:extLst>
          </p:cNvPr>
          <p:cNvCxnSpPr>
            <a:cxnSpLocks/>
            <a:stCxn id="71" idx="3"/>
            <a:endCxn id="123" idx="1"/>
          </p:cNvCxnSpPr>
          <p:nvPr/>
        </p:nvCxnSpPr>
        <p:spPr>
          <a:xfrm>
            <a:off x="6971914" y="1382094"/>
            <a:ext cx="5802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0CABEC0-AE46-5E15-B386-CB663BDDBD03}"/>
              </a:ext>
            </a:extLst>
          </p:cNvPr>
          <p:cNvSpPr/>
          <p:nvPr/>
        </p:nvSpPr>
        <p:spPr>
          <a:xfrm>
            <a:off x="8718081" y="1197549"/>
            <a:ext cx="845604" cy="3729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Factory run</a:t>
            </a:r>
            <a:endParaRPr lang="en-SI" sz="1000" dirty="0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2EDB7C0C-2645-5BB7-5ACF-4D0BA3E777B3}"/>
              </a:ext>
            </a:extLst>
          </p:cNvPr>
          <p:cNvSpPr/>
          <p:nvPr/>
        </p:nvSpPr>
        <p:spPr>
          <a:xfrm>
            <a:off x="7750395" y="1835707"/>
            <a:ext cx="197025" cy="197025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83CD8A4-50F5-A751-FDFB-D4482B9159EE}"/>
              </a:ext>
            </a:extLst>
          </p:cNvPr>
          <p:cNvSpPr/>
          <p:nvPr/>
        </p:nvSpPr>
        <p:spPr>
          <a:xfrm>
            <a:off x="7426105" y="2211743"/>
            <a:ext cx="845604" cy="3729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Populate</a:t>
            </a:r>
            <a:br>
              <a:rPr lang="en-US" sz="1000" dirty="0"/>
            </a:br>
            <a:r>
              <a:rPr lang="en-US" sz="1000" dirty="0"/>
              <a:t>L2</a:t>
            </a:r>
            <a:endParaRPr lang="en-SI" sz="10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D1B6AA8-1EA7-FE8F-1BBC-BE2EF8652934}"/>
              </a:ext>
            </a:extLst>
          </p:cNvPr>
          <p:cNvCxnSpPr>
            <a:cxnSpLocks/>
            <a:stCxn id="138" idx="0"/>
            <a:endCxn id="137" idx="4"/>
          </p:cNvCxnSpPr>
          <p:nvPr/>
        </p:nvCxnSpPr>
        <p:spPr>
          <a:xfrm flipV="1">
            <a:off x="7848907" y="2032732"/>
            <a:ext cx="1" cy="179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3F726F19-BE20-6AF1-610A-9CEE8C96CFCE}"/>
              </a:ext>
            </a:extLst>
          </p:cNvPr>
          <p:cNvCxnSpPr>
            <a:cxnSpLocks/>
            <a:stCxn id="123" idx="2"/>
            <a:endCxn id="137" idx="0"/>
          </p:cNvCxnSpPr>
          <p:nvPr/>
        </p:nvCxnSpPr>
        <p:spPr>
          <a:xfrm>
            <a:off x="7848908" y="1673625"/>
            <a:ext cx="0" cy="1620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6F852DE-B27A-5028-E84F-6DB8EDB84E4F}"/>
              </a:ext>
            </a:extLst>
          </p:cNvPr>
          <p:cNvCxnSpPr>
            <a:cxnSpLocks/>
            <a:stCxn id="123" idx="3"/>
            <a:endCxn id="136" idx="1"/>
          </p:cNvCxnSpPr>
          <p:nvPr/>
        </p:nvCxnSpPr>
        <p:spPr>
          <a:xfrm>
            <a:off x="8145687" y="1382094"/>
            <a:ext cx="572394" cy="1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6354B7B5-71F6-4288-1966-A4DB2AECA381}"/>
              </a:ext>
            </a:extLst>
          </p:cNvPr>
          <p:cNvCxnSpPr>
            <a:cxnSpLocks/>
            <a:stCxn id="137" idx="2"/>
            <a:endCxn id="116" idx="3"/>
          </p:cNvCxnSpPr>
          <p:nvPr/>
        </p:nvCxnSpPr>
        <p:spPr>
          <a:xfrm rot="10800000" flipV="1">
            <a:off x="7097937" y="1934220"/>
            <a:ext cx="652459" cy="464012"/>
          </a:xfrm>
          <a:prstGeom prst="bentConnector3">
            <a:avLst>
              <a:gd name="adj1" fmla="val 7028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: Elbow 148">
            <a:extLst>
              <a:ext uri="{FF2B5EF4-FFF2-40B4-BE49-F238E27FC236}">
                <a16:creationId xmlns:a16="http://schemas.microsoft.com/office/drawing/2014/main" id="{D77FC660-34EE-DE7E-5C97-ABFA1965077D}"/>
              </a:ext>
            </a:extLst>
          </p:cNvPr>
          <p:cNvCxnSpPr>
            <a:cxnSpLocks/>
            <a:stCxn id="136" idx="2"/>
            <a:endCxn id="138" idx="3"/>
          </p:cNvCxnSpPr>
          <p:nvPr/>
        </p:nvCxnSpPr>
        <p:spPr>
          <a:xfrm rot="5400000">
            <a:off x="8292443" y="1549792"/>
            <a:ext cx="827706" cy="8691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8E1A07C-0CF7-0683-6A3F-6DD657C9C525}"/>
              </a:ext>
            </a:extLst>
          </p:cNvPr>
          <p:cNvSpPr txBox="1"/>
          <p:nvPr/>
        </p:nvSpPr>
        <p:spPr>
          <a:xfrm>
            <a:off x="5145959" y="1570526"/>
            <a:ext cx="372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yes</a:t>
            </a:r>
            <a:endParaRPr lang="en-SI" sz="1000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802B067-171C-700C-0744-1714D0154E82}"/>
              </a:ext>
            </a:extLst>
          </p:cNvPr>
          <p:cNvSpPr txBox="1"/>
          <p:nvPr/>
        </p:nvSpPr>
        <p:spPr>
          <a:xfrm>
            <a:off x="6353108" y="1570526"/>
            <a:ext cx="372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yes</a:t>
            </a:r>
            <a:endParaRPr lang="en-SI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6D64B70-A236-D765-B997-E1D9A12450D6}"/>
              </a:ext>
            </a:extLst>
          </p:cNvPr>
          <p:cNvSpPr txBox="1"/>
          <p:nvPr/>
        </p:nvSpPr>
        <p:spPr>
          <a:xfrm>
            <a:off x="7524494" y="1570526"/>
            <a:ext cx="372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yes</a:t>
            </a:r>
            <a:endParaRPr lang="en-SI" sz="10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DBA1DBA-B525-9D7D-33E6-20C0ACF592D0}"/>
              </a:ext>
            </a:extLst>
          </p:cNvPr>
          <p:cNvSpPr txBox="1"/>
          <p:nvPr/>
        </p:nvSpPr>
        <p:spPr>
          <a:xfrm>
            <a:off x="3839902" y="1161940"/>
            <a:ext cx="3257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no</a:t>
            </a:r>
            <a:endParaRPr lang="en-SI" sz="10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3253949-26D3-9020-19AC-39C2CC33384E}"/>
              </a:ext>
            </a:extLst>
          </p:cNvPr>
          <p:cNvSpPr txBox="1"/>
          <p:nvPr/>
        </p:nvSpPr>
        <p:spPr>
          <a:xfrm>
            <a:off x="5658612" y="1161940"/>
            <a:ext cx="3257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no</a:t>
            </a:r>
            <a:endParaRPr lang="en-SI" sz="100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40C0C99-0A9C-3957-570C-72E4FDF9A8EB}"/>
              </a:ext>
            </a:extLst>
          </p:cNvPr>
          <p:cNvSpPr txBox="1"/>
          <p:nvPr/>
        </p:nvSpPr>
        <p:spPr>
          <a:xfrm>
            <a:off x="6880755" y="1161940"/>
            <a:ext cx="3257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no</a:t>
            </a:r>
            <a:endParaRPr lang="en-SI" sz="100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46BE0D6-DC16-C834-C1F1-58C1B5ADE371}"/>
              </a:ext>
            </a:extLst>
          </p:cNvPr>
          <p:cNvSpPr txBox="1"/>
          <p:nvPr/>
        </p:nvSpPr>
        <p:spPr>
          <a:xfrm>
            <a:off x="8047830" y="1161940"/>
            <a:ext cx="3257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no</a:t>
            </a:r>
            <a:endParaRPr lang="en-SI" sz="1000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8AB5D39-5A77-1F69-E9B0-8880501AFC21}"/>
              </a:ext>
            </a:extLst>
          </p:cNvPr>
          <p:cNvSpPr/>
          <p:nvPr/>
        </p:nvSpPr>
        <p:spPr>
          <a:xfrm>
            <a:off x="2124758" y="1747730"/>
            <a:ext cx="845604" cy="3729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Response</a:t>
            </a:r>
            <a:endParaRPr lang="en-SI" sz="1000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042DFAD4-114C-2D7D-29B4-2098C875860F}"/>
              </a:ext>
            </a:extLst>
          </p:cNvPr>
          <p:cNvSpPr txBox="1"/>
          <p:nvPr/>
        </p:nvSpPr>
        <p:spPr>
          <a:xfrm>
            <a:off x="2929056" y="607227"/>
            <a:ext cx="651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Client</a:t>
            </a:r>
            <a:endParaRPr lang="en-SI" sz="140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712DDAE-F41F-BFB1-B0EC-08E5AFD841CB}"/>
              </a:ext>
            </a:extLst>
          </p:cNvPr>
          <p:cNvSpPr txBox="1"/>
          <p:nvPr/>
        </p:nvSpPr>
        <p:spPr>
          <a:xfrm>
            <a:off x="6899014" y="620080"/>
            <a:ext cx="86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Backend</a:t>
            </a:r>
            <a:endParaRPr lang="en-SI" sz="1400" dirty="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9B96B901-0B5B-03E4-272C-8A98682B5804}"/>
              </a:ext>
            </a:extLst>
          </p:cNvPr>
          <p:cNvSpPr/>
          <p:nvPr/>
        </p:nvSpPr>
        <p:spPr>
          <a:xfrm>
            <a:off x="4820751" y="1299091"/>
            <a:ext cx="197025" cy="197025"/>
          </a:xfrm>
          <a:prstGeom prst="ellipse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78B2C7D4-8E9F-B5BB-FBCE-403F2B75CB73}"/>
              </a:ext>
            </a:extLst>
          </p:cNvPr>
          <p:cNvSpPr txBox="1"/>
          <p:nvPr/>
        </p:nvSpPr>
        <p:spPr>
          <a:xfrm>
            <a:off x="4007827" y="389247"/>
            <a:ext cx="15103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Bradley Hand ITC" panose="03070402050302030203" pitchFamily="66" charset="0"/>
              </a:rPr>
              <a:t>Requests are hitting</a:t>
            </a:r>
          </a:p>
          <a:p>
            <a:pPr algn="ctr"/>
            <a:r>
              <a:rPr lang="en-US" sz="1200" b="1" dirty="0">
                <a:latin typeface="Bradley Hand ITC" panose="03070402050302030203" pitchFamily="66" charset="0"/>
              </a:rPr>
              <a:t>your servers</a:t>
            </a:r>
            <a:endParaRPr lang="en-SI" sz="1200" b="1" dirty="0">
              <a:latin typeface="Bradley Hand ITC" panose="03070402050302030203" pitchFamily="66" charset="0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6A86CFBE-22BB-9162-A96B-19A7F83226A5}"/>
              </a:ext>
            </a:extLst>
          </p:cNvPr>
          <p:cNvSpPr txBox="1"/>
          <p:nvPr/>
        </p:nvSpPr>
        <p:spPr>
          <a:xfrm>
            <a:off x="8662226" y="389247"/>
            <a:ext cx="957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Bradley Hand ITC" panose="03070402050302030203" pitchFamily="66" charset="0"/>
              </a:rPr>
              <a:t>Heavy work</a:t>
            </a:r>
          </a:p>
          <a:p>
            <a:pPr algn="ctr"/>
            <a:r>
              <a:rPr lang="en-US" sz="1200" b="1" dirty="0">
                <a:latin typeface="Bradley Hand ITC" panose="03070402050302030203" pitchFamily="66" charset="0"/>
              </a:rPr>
              <a:t>is here</a:t>
            </a:r>
            <a:endParaRPr lang="en-SI" sz="1200" b="1" dirty="0">
              <a:latin typeface="Bradley Hand ITC" panose="03070402050302030203" pitchFamily="66" charset="0"/>
            </a:endParaRPr>
          </a:p>
        </p:txBody>
      </p:sp>
      <p:sp>
        <p:nvSpPr>
          <p:cNvPr id="205" name="Freeform: Shape 204">
            <a:extLst>
              <a:ext uri="{FF2B5EF4-FFF2-40B4-BE49-F238E27FC236}">
                <a16:creationId xmlns:a16="http://schemas.microsoft.com/office/drawing/2014/main" id="{AC557AB1-386F-199A-72B0-832F72F851AF}"/>
              </a:ext>
            </a:extLst>
          </p:cNvPr>
          <p:cNvSpPr/>
          <p:nvPr/>
        </p:nvSpPr>
        <p:spPr>
          <a:xfrm>
            <a:off x="4691480" y="786731"/>
            <a:ext cx="155575" cy="502053"/>
          </a:xfrm>
          <a:custGeom>
            <a:avLst/>
            <a:gdLst>
              <a:gd name="csX0" fmla="*/ 0 w 155575"/>
              <a:gd name="csY0" fmla="*/ 0 h 502053"/>
              <a:gd name="csX1" fmla="*/ 12700 w 155575"/>
              <a:gd name="csY1" fmla="*/ 238125 h 502053"/>
              <a:gd name="csX2" fmla="*/ 15875 w 155575"/>
              <a:gd name="csY2" fmla="*/ 273050 h 502053"/>
              <a:gd name="csX3" fmla="*/ 38100 w 155575"/>
              <a:gd name="csY3" fmla="*/ 336550 h 502053"/>
              <a:gd name="csX4" fmla="*/ 66675 w 155575"/>
              <a:gd name="csY4" fmla="*/ 381000 h 502053"/>
              <a:gd name="csX5" fmla="*/ 92075 w 155575"/>
              <a:gd name="csY5" fmla="*/ 422275 h 502053"/>
              <a:gd name="csX6" fmla="*/ 98425 w 155575"/>
              <a:gd name="csY6" fmla="*/ 431800 h 502053"/>
              <a:gd name="csX7" fmla="*/ 111125 w 155575"/>
              <a:gd name="csY7" fmla="*/ 441325 h 502053"/>
              <a:gd name="csX8" fmla="*/ 123825 w 155575"/>
              <a:gd name="csY8" fmla="*/ 460375 h 502053"/>
              <a:gd name="csX9" fmla="*/ 127000 w 155575"/>
              <a:gd name="csY9" fmla="*/ 469900 h 502053"/>
              <a:gd name="csX10" fmla="*/ 139700 w 155575"/>
              <a:gd name="csY10" fmla="*/ 473075 h 502053"/>
              <a:gd name="csX11" fmla="*/ 146050 w 155575"/>
              <a:gd name="csY11" fmla="*/ 485775 h 502053"/>
              <a:gd name="csX12" fmla="*/ 152400 w 155575"/>
              <a:gd name="csY12" fmla="*/ 501650 h 502053"/>
              <a:gd name="csX13" fmla="*/ 155575 w 155575"/>
              <a:gd name="csY13" fmla="*/ 501650 h 5020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5575" h="502053">
                <a:moveTo>
                  <a:pt x="0" y="0"/>
                </a:moveTo>
                <a:cubicBezTo>
                  <a:pt x="4233" y="79375"/>
                  <a:pt x="5504" y="158964"/>
                  <a:pt x="12700" y="238125"/>
                </a:cubicBezTo>
                <a:cubicBezTo>
                  <a:pt x="13758" y="249767"/>
                  <a:pt x="12954" y="261731"/>
                  <a:pt x="15875" y="273050"/>
                </a:cubicBezTo>
                <a:cubicBezTo>
                  <a:pt x="21479" y="294764"/>
                  <a:pt x="28071" y="316492"/>
                  <a:pt x="38100" y="336550"/>
                </a:cubicBezTo>
                <a:cubicBezTo>
                  <a:pt x="56652" y="373655"/>
                  <a:pt x="45608" y="359933"/>
                  <a:pt x="66675" y="381000"/>
                </a:cubicBezTo>
                <a:cubicBezTo>
                  <a:pt x="81134" y="414738"/>
                  <a:pt x="69319" y="393017"/>
                  <a:pt x="92075" y="422275"/>
                </a:cubicBezTo>
                <a:cubicBezTo>
                  <a:pt x="94418" y="425287"/>
                  <a:pt x="95727" y="429102"/>
                  <a:pt x="98425" y="431800"/>
                </a:cubicBezTo>
                <a:cubicBezTo>
                  <a:pt x="102167" y="435542"/>
                  <a:pt x="107609" y="437370"/>
                  <a:pt x="111125" y="441325"/>
                </a:cubicBezTo>
                <a:cubicBezTo>
                  <a:pt x="116195" y="447029"/>
                  <a:pt x="120119" y="453704"/>
                  <a:pt x="123825" y="460375"/>
                </a:cubicBezTo>
                <a:cubicBezTo>
                  <a:pt x="125450" y="463301"/>
                  <a:pt x="124387" y="467809"/>
                  <a:pt x="127000" y="469900"/>
                </a:cubicBezTo>
                <a:cubicBezTo>
                  <a:pt x="130407" y="472626"/>
                  <a:pt x="135467" y="472017"/>
                  <a:pt x="139700" y="473075"/>
                </a:cubicBezTo>
                <a:cubicBezTo>
                  <a:pt x="141817" y="477308"/>
                  <a:pt x="144128" y="481450"/>
                  <a:pt x="146050" y="485775"/>
                </a:cubicBezTo>
                <a:cubicBezTo>
                  <a:pt x="148365" y="490983"/>
                  <a:pt x="149468" y="496763"/>
                  <a:pt x="152400" y="501650"/>
                </a:cubicBezTo>
                <a:cubicBezTo>
                  <a:pt x="152945" y="502558"/>
                  <a:pt x="154517" y="501650"/>
                  <a:pt x="155575" y="501650"/>
                </a:cubicBezTo>
              </a:path>
            </a:pathLst>
          </a:custGeom>
          <a:noFill/>
          <a:ln w="6350"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206" name="Freeform: Shape 205">
            <a:extLst>
              <a:ext uri="{FF2B5EF4-FFF2-40B4-BE49-F238E27FC236}">
                <a16:creationId xmlns:a16="http://schemas.microsoft.com/office/drawing/2014/main" id="{7F85E8EE-D346-1C83-8B67-FFE8933405AE}"/>
              </a:ext>
            </a:extLst>
          </p:cNvPr>
          <p:cNvSpPr/>
          <p:nvPr/>
        </p:nvSpPr>
        <p:spPr>
          <a:xfrm>
            <a:off x="9292055" y="761115"/>
            <a:ext cx="111125" cy="371475"/>
          </a:xfrm>
          <a:custGeom>
            <a:avLst/>
            <a:gdLst>
              <a:gd name="csX0" fmla="*/ 95250 w 111125"/>
              <a:gd name="csY0" fmla="*/ 0 h 371475"/>
              <a:gd name="csX1" fmla="*/ 104775 w 111125"/>
              <a:gd name="csY1" fmla="*/ 38100 h 371475"/>
              <a:gd name="csX2" fmla="*/ 107950 w 111125"/>
              <a:gd name="csY2" fmla="*/ 66675 h 371475"/>
              <a:gd name="csX3" fmla="*/ 111125 w 111125"/>
              <a:gd name="csY3" fmla="*/ 88900 h 371475"/>
              <a:gd name="csX4" fmla="*/ 95250 w 111125"/>
              <a:gd name="csY4" fmla="*/ 212725 h 371475"/>
              <a:gd name="csX5" fmla="*/ 76200 w 111125"/>
              <a:gd name="csY5" fmla="*/ 247650 h 371475"/>
              <a:gd name="csX6" fmla="*/ 60325 w 111125"/>
              <a:gd name="csY6" fmla="*/ 288925 h 371475"/>
              <a:gd name="csX7" fmla="*/ 44450 w 111125"/>
              <a:gd name="csY7" fmla="*/ 304800 h 371475"/>
              <a:gd name="csX8" fmla="*/ 38100 w 111125"/>
              <a:gd name="csY8" fmla="*/ 320675 h 371475"/>
              <a:gd name="csX9" fmla="*/ 0 w 111125"/>
              <a:gd name="csY9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11125" h="371475">
                <a:moveTo>
                  <a:pt x="95250" y="0"/>
                </a:moveTo>
                <a:cubicBezTo>
                  <a:pt x="98425" y="12700"/>
                  <a:pt x="102326" y="25240"/>
                  <a:pt x="104775" y="38100"/>
                </a:cubicBezTo>
                <a:cubicBezTo>
                  <a:pt x="106568" y="47514"/>
                  <a:pt x="106761" y="57165"/>
                  <a:pt x="107950" y="66675"/>
                </a:cubicBezTo>
                <a:cubicBezTo>
                  <a:pt x="108878" y="74101"/>
                  <a:pt x="110067" y="81492"/>
                  <a:pt x="111125" y="88900"/>
                </a:cubicBezTo>
                <a:cubicBezTo>
                  <a:pt x="107445" y="128153"/>
                  <a:pt x="109458" y="173653"/>
                  <a:pt x="95250" y="212725"/>
                </a:cubicBezTo>
                <a:cubicBezTo>
                  <a:pt x="91697" y="222497"/>
                  <a:pt x="79328" y="240352"/>
                  <a:pt x="76200" y="247650"/>
                </a:cubicBezTo>
                <a:cubicBezTo>
                  <a:pt x="66975" y="269175"/>
                  <a:pt x="74148" y="269919"/>
                  <a:pt x="60325" y="288925"/>
                </a:cubicBezTo>
                <a:cubicBezTo>
                  <a:pt x="55923" y="294977"/>
                  <a:pt x="49742" y="299508"/>
                  <a:pt x="44450" y="304800"/>
                </a:cubicBezTo>
                <a:cubicBezTo>
                  <a:pt x="42333" y="310092"/>
                  <a:pt x="41318" y="315971"/>
                  <a:pt x="38100" y="320675"/>
                </a:cubicBezTo>
                <a:cubicBezTo>
                  <a:pt x="-11046" y="392504"/>
                  <a:pt x="13204" y="345066"/>
                  <a:pt x="0" y="371475"/>
                </a:cubicBezTo>
              </a:path>
            </a:pathLst>
          </a:custGeom>
          <a:noFill/>
          <a:ln w="6350"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900386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</Words>
  <Application>Microsoft Office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Bradley Hand ITC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 Marinsek</dc:creator>
  <cp:lastModifiedBy>Ales Marinsek</cp:lastModifiedBy>
  <cp:revision>2</cp:revision>
  <dcterms:created xsi:type="dcterms:W3CDTF">2026-08-11T06:46:28Z</dcterms:created>
  <dcterms:modified xsi:type="dcterms:W3CDTF">2026-08-11T06:58:12Z</dcterms:modified>
</cp:coreProperties>
</file>